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0 - APERTURA EN FRIO (4 min)
Pantalla en negro a proposito. La sala te mira a vos.
"Tres de noviembre. Abris la planilla de alumnos.
Ciento quince chicos y adultos terminan nivel este ano. Por cada uno tenes que
mirar si promociono o no. Si promociono, a que nivel pasa. Si ese nivel existe el
ano que viene, en que horario, en que sede y con que docente. Si hay vacante. Si
la familia tiene deuda. Si le corresponde algun descuento.
Y recien ahi le escribis. Uno por uno, porque a cada familia le toca un horario distinto.
Y cuando terminas con los ciento quince, empiezan a contestar."
(pausa)
"Eso, cronometrado, es entre una y dos semanas de trabajo de una persona.
Todos los anos. Y arranca en tres semanas."
TOPE: 90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segundos de SILENCIO. Que lo lean.
Despues: "Este salio de esa misma planilla."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miren lo que sabe.
Sabe que Dante termina Teens 1.
Sabe que Teens 2 en Vicente Lopez va lunes y miercoles a las seis.
Sabe quien es el docente.
Sabe que la matricula del que continua es treinta mil y no cuarenta y dos mil.
Y sabe que la bonificacion vence el 30 de noviembre."
(pausa)
"Nada de eso esta en internet.
Todo eso esta en las planillas y en el reglamento de esta academia."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ciento catorce mas. Cada uno con su nivel, su horario y su docente.
Los produjo una persona sentada, en una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Decila despacio. Es la frase que ordena los sesenta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No mas.
No enumeres logros. Decis quien sos y seguis.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SONDEO 1 de 3.
Pedi que levanten la mano. Espera. Mira la sala, contala en voz alta:
"casi todos".
No sigas hasta que las manos esten arriba. Si vos no esperas, ellos no levantan.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SONDEO 2 de 3. Aca se bajan casi todas.
Deja el contraste colgado dos segundos antes de hablar.
"Eso que acaba de pasar me pasa en todas las academias con las que trabaje.
Todos la usan. Nadie la usa para gestionar.
Y no es por falta de conocimientos tecnicos."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SONDEO 3 de 3. Es CALIBRACION, no retorica: te dice a quien le estas hablando.
Si se levantan muchas manos en "papel": alargas el caso de la lista de papel
y acortas el de reinscripcion.
Si casi todos tienen planillas: al reves.
Y decilo en voz alta: "no hace falta que tengan un sistema. Hace falta que
tengan papeles."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DE LA CHARLA. Se dice tres veces en la hora: aca, al terminar
de cargar Alborada, y en el cierre.
Decila y callate dos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eso cuando le preguntas algo de tu institucion te contesta
cualquier cosa razonable y generica. Que no te sirve para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lo que van a ver hoy esta en el del medio.
No se hace solo: lo sigue haciendo alguien. Pero deja de hacerse desde cero.
El tercero existe, y sobre el final les voy a decir que hace falta para llegar ahi,
porque no se llega con un chat."
NO anuncies ningun metodo de cuatro pasos. Cerras abriendo lo que sigue:
"Antes de ensenarle algo, hay que saber que le vamos a sacar de encima.
Empecemos por 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C"/>
        </a:solidFill>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4DD"/>
        </a:solidFill>
      </p:bgPr>
    </p:bg>
    <p:spTree>
      <p:nvGrpSpPr>
        <p:cNvPr id="1" name=""/>
        <p:cNvGrpSpPr/>
        <p:nvPr/>
      </p:nvGrpSpPr>
      <p:grpSpPr>
        <a:xfrm>
          <a:off x="0" y="0"/>
          <a:ext cx="0" cy="0"/>
          <a:chOff x="0" y="0"/>
          <a:chExt cx="0" cy="0"/>
        </a:xfrm>
      </p:grpSpPr>
      <p:sp>
        <p:nvSpPr>
          <p:cNvPr id="2" name="Shape 0"/>
          <p:cNvSpPr/>
          <p:nvPr/>
        </p:nvSpPr>
        <p:spPr>
          <a:xfrm>
            <a:off x="1051560" y="457200"/>
            <a:ext cx="10058400" cy="5943600"/>
          </a:xfrm>
          <a:prstGeom prst="roundRect">
            <a:avLst>
              <a:gd name="adj" fmla="val 1846"/>
            </a:avLst>
          </a:prstGeom>
          <a:solidFill>
            <a:srgbClr val="FFFFFF"/>
          </a:solidFill>
          <a:ln/>
          <a:effectLst>
            <a:outerShdw sx="100000" sy="100000" kx="0" ky="0" algn="bl" rotWithShape="0" blurRad="177800" dist="38100" dir="5400000">
              <a:srgbClr val="9AA0A6">
                <a:alpha val="28000"/>
              </a:srgbClr>
            </a:outerShdw>
          </a:effectLst>
        </p:spPr>
      </p:sp>
      <p:sp>
        <p:nvSpPr>
          <p:cNvPr id="3" name="Text 1"/>
          <p:cNvSpPr txBox="1"/>
          <p:nvPr/>
        </p:nvSpPr>
        <p:spPr>
          <a:xfrm>
            <a:off x="1463040" y="868680"/>
            <a:ext cx="9235440" cy="5120640"/>
          </a:xfrm>
          <a:prstGeom prst="rect">
            <a:avLst/>
          </a:prstGeom>
          <a:noFill/>
          <a:ln/>
        </p:spPr>
        <p:txBody>
          <a:bodyPr wrap="square" lIns="0" tIns="0" rIns="0" bIns="0" rtlCol="0" anchor="t"/>
          <a:lstStyle/>
          <a:p>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Hola Isabella, ¿cómo estás?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Te escribo porque Dante termina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Teens 1</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este año con muy buen desempeño: promedio 8,43 y 91% de asistencia.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Ya tiene su vacante reservada en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Teens 2</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que el año que viene va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lunes y miércoles de 18:00 a 19:30</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en la sede de Vicente López, con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Julián Recalde</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La matrícula de reinscripción es de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$30.000 —en lugar de $42.000—</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y el arancel mensual queda en $84.000. Si confirmás antes del </a:t>
            </a:r>
            <a:pPr algn="l" indent="0" marL="0">
              <a:lnSpc>
                <a:spcPts val="3100"/>
              </a:lnSpc>
              <a:buNone/>
            </a:pPr>
            <a:r>
              <a:rPr lang="en-US" sz="2100" b="1" dirty="0">
                <a:solidFill>
                  <a:srgbClr val="12171C"/>
                </a:solidFill>
                <a:latin typeface="Calibri" pitchFamily="34" charset="0"/>
                <a:ea typeface="Calibri" pitchFamily="34" charset="-122"/>
                <a:cs typeface="Calibri" pitchFamily="34" charset="-120"/>
              </a:rPr>
              <a:t>30 de noviembre</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mantenés la bonificación por reinscripción temprana.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¿Te reservo el lugar?</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4DD"/>
        </a:solidFill>
      </p:bgPr>
    </p:bg>
    <p:spTree>
      <p:nvGrpSpPr>
        <p:cNvPr id="1" name=""/>
        <p:cNvGrpSpPr/>
        <p:nvPr/>
      </p:nvGrpSpPr>
      <p:grpSpPr>
        <a:xfrm>
          <a:off x="0" y="0"/>
          <a:ext cx="0" cy="0"/>
          <a:chOff x="0" y="0"/>
          <a:chExt cx="0" cy="0"/>
        </a:xfrm>
      </p:grpSpPr>
      <p:sp>
        <p:nvSpPr>
          <p:cNvPr id="2" name="Shape 0"/>
          <p:cNvSpPr/>
          <p:nvPr/>
        </p:nvSpPr>
        <p:spPr>
          <a:xfrm>
            <a:off x="1051560" y="457200"/>
            <a:ext cx="10058400" cy="5943600"/>
          </a:xfrm>
          <a:prstGeom prst="roundRect">
            <a:avLst>
              <a:gd name="adj" fmla="val 1846"/>
            </a:avLst>
          </a:prstGeom>
          <a:solidFill>
            <a:srgbClr val="FFFFFF"/>
          </a:solidFill>
          <a:ln/>
          <a:effectLst>
            <a:outerShdw sx="100000" sy="100000" kx="0" ky="0" algn="bl" rotWithShape="0" blurRad="177800" dist="38100" dir="5400000">
              <a:srgbClr val="9AA0A6">
                <a:alpha val="28000"/>
              </a:srgbClr>
            </a:outerShdw>
          </a:effectLst>
        </p:spPr>
      </p:sp>
      <p:sp>
        <p:nvSpPr>
          <p:cNvPr id="3" name="Text 1"/>
          <p:cNvSpPr txBox="1"/>
          <p:nvPr/>
        </p:nvSpPr>
        <p:spPr>
          <a:xfrm>
            <a:off x="1463040" y="868680"/>
            <a:ext cx="9235440" cy="5120640"/>
          </a:xfrm>
          <a:prstGeom prst="rect">
            <a:avLst/>
          </a:prstGeom>
          <a:noFill/>
          <a:ln/>
        </p:spPr>
        <p:txBody>
          <a:bodyPr wrap="square" lIns="0" tIns="0" rIns="0" bIns="0" rtlCol="0" anchor="t"/>
          <a:lstStyle/>
          <a:p>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Hola Isabella, ¿cómo estás?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Te escribo porque Dante termina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Teens 1</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este año con muy buen desempeño: promedio 8,43 y 91% de asistencia.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Ya tiene su vacante reservada en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Teens 2</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que el año que viene va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lunes y miércoles de 18:00 a 19:30</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en la sede de Vicente López, con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Julián Recalde</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La matrícula de reinscripción es de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$30.000 —en lugar de $42.000—</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y el arancel mensual queda en $84.000. Si confirmás antes del </a:t>
            </a:r>
            <a:pPr algn="l" indent="0" marL="0">
              <a:lnSpc>
                <a:spcPts val="3100"/>
              </a:lnSpc>
              <a:buNone/>
            </a:pPr>
            <a:r>
              <a:rPr lang="en-US" sz="2100" b="1" dirty="0">
                <a:solidFill>
                  <a:srgbClr val="B45309"/>
                </a:solidFill>
                <a:latin typeface="Calibri" pitchFamily="34" charset="0"/>
                <a:ea typeface="Calibri" pitchFamily="34" charset="-122"/>
                <a:cs typeface="Calibri" pitchFamily="34" charset="-120"/>
              </a:rPr>
              <a:t>30 de noviembre</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 mantenés la bonificación por reinscripción temprana.
</a:t>
            </a:r>
            <a:pPr algn="l" indent="0" marL="0">
              <a:lnSpc>
                <a:spcPts val="3100"/>
              </a:lnSpc>
              <a:buNone/>
            </a:pPr>
            <a:r>
              <a:rPr lang="en-US" sz="2100" dirty="0">
                <a:solidFill>
                  <a:srgbClr val="12171C"/>
                </a:solidFill>
                <a:latin typeface="Calibri" pitchFamily="34" charset="0"/>
                <a:ea typeface="Calibri" pitchFamily="34" charset="-122"/>
                <a:cs typeface="Calibri" pitchFamily="34" charset="-120"/>
              </a:rPr>
              <a:t>¿Te reservo el lugar?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4DD"/>
        </a:solidFill>
      </p:bgPr>
    </p:bg>
    <p:spTree>
      <p:nvGrpSpPr>
        <p:cNvPr id="1" name=""/>
        <p:cNvGrpSpPr/>
        <p:nvPr/>
      </p:nvGrpSpPr>
      <p:grpSpPr>
        <a:xfrm>
          <a:off x="0" y="0"/>
          <a:ext cx="0" cy="0"/>
          <a:chOff x="0" y="0"/>
          <a:chExt cx="0" cy="0"/>
        </a:xfrm>
      </p:grpSpPr>
      <p:sp>
        <p:nvSpPr>
          <p:cNvPr id="2" name="Shape 0"/>
          <p:cNvSpPr/>
          <p:nvPr/>
        </p:nvSpPr>
        <p:spPr>
          <a:xfrm>
            <a:off x="251460" y="182880"/>
            <a:ext cx="850392" cy="676656"/>
          </a:xfrm>
          <a:prstGeom prst="roundRect">
            <a:avLst>
              <a:gd name="adj" fmla="val 6757"/>
            </a:avLst>
          </a:prstGeom>
          <a:solidFill>
            <a:srgbClr val="FFFFFF"/>
          </a:solidFill>
          <a:ln/>
        </p:spPr>
      </p:sp>
      <p:sp>
        <p:nvSpPr>
          <p:cNvPr id="3" name="Text 1"/>
          <p:cNvSpPr txBox="1"/>
          <p:nvPr/>
        </p:nvSpPr>
        <p:spPr>
          <a:xfrm>
            <a:off x="306324"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Milagros</a:t>
            </a:r>
            <a:endParaRPr lang="en-US" sz="700" dirty="0"/>
          </a:p>
        </p:txBody>
      </p:sp>
      <p:sp>
        <p:nvSpPr>
          <p:cNvPr id="4" name="Shape 2"/>
          <p:cNvSpPr/>
          <p:nvPr/>
        </p:nvSpPr>
        <p:spPr>
          <a:xfrm>
            <a:off x="306324" y="438912"/>
            <a:ext cx="740664" cy="41148"/>
          </a:xfrm>
          <a:prstGeom prst="rect">
            <a:avLst/>
          </a:prstGeom>
          <a:solidFill>
            <a:srgbClr val="D9DDE1"/>
          </a:solidFill>
          <a:ln/>
        </p:spPr>
      </p:sp>
      <p:sp>
        <p:nvSpPr>
          <p:cNvPr id="5" name="Shape 3"/>
          <p:cNvSpPr/>
          <p:nvPr/>
        </p:nvSpPr>
        <p:spPr>
          <a:xfrm>
            <a:off x="306324" y="557784"/>
            <a:ext cx="740664" cy="41148"/>
          </a:xfrm>
          <a:prstGeom prst="rect">
            <a:avLst/>
          </a:prstGeom>
          <a:solidFill>
            <a:srgbClr val="D9DDE1"/>
          </a:solidFill>
          <a:ln/>
        </p:spPr>
      </p:sp>
      <p:sp>
        <p:nvSpPr>
          <p:cNvPr id="6" name="Shape 4"/>
          <p:cNvSpPr/>
          <p:nvPr/>
        </p:nvSpPr>
        <p:spPr>
          <a:xfrm>
            <a:off x="306324" y="676656"/>
            <a:ext cx="407365" cy="41148"/>
          </a:xfrm>
          <a:prstGeom prst="rect">
            <a:avLst/>
          </a:prstGeom>
          <a:solidFill>
            <a:srgbClr val="D9DDE1"/>
          </a:solidFill>
          <a:ln/>
        </p:spPr>
      </p:sp>
      <p:sp>
        <p:nvSpPr>
          <p:cNvPr id="7" name="Shape 5"/>
          <p:cNvSpPr/>
          <p:nvPr/>
        </p:nvSpPr>
        <p:spPr>
          <a:xfrm>
            <a:off x="1152144" y="182880"/>
            <a:ext cx="850392" cy="676656"/>
          </a:xfrm>
          <a:prstGeom prst="roundRect">
            <a:avLst>
              <a:gd name="adj" fmla="val 6757"/>
            </a:avLst>
          </a:prstGeom>
          <a:solidFill>
            <a:srgbClr val="FFFFFF"/>
          </a:solidFill>
          <a:ln/>
        </p:spPr>
      </p:sp>
      <p:sp>
        <p:nvSpPr>
          <p:cNvPr id="8" name="Text 6"/>
          <p:cNvSpPr txBox="1"/>
          <p:nvPr/>
        </p:nvSpPr>
        <p:spPr>
          <a:xfrm>
            <a:off x="1207008"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Renata</a:t>
            </a:r>
            <a:endParaRPr lang="en-US" sz="700" dirty="0"/>
          </a:p>
        </p:txBody>
      </p:sp>
      <p:sp>
        <p:nvSpPr>
          <p:cNvPr id="9" name="Shape 7"/>
          <p:cNvSpPr/>
          <p:nvPr/>
        </p:nvSpPr>
        <p:spPr>
          <a:xfrm>
            <a:off x="1207008" y="438912"/>
            <a:ext cx="740664" cy="41148"/>
          </a:xfrm>
          <a:prstGeom prst="rect">
            <a:avLst/>
          </a:prstGeom>
          <a:solidFill>
            <a:srgbClr val="D9DDE1"/>
          </a:solidFill>
          <a:ln/>
        </p:spPr>
      </p:sp>
      <p:sp>
        <p:nvSpPr>
          <p:cNvPr id="10" name="Shape 8"/>
          <p:cNvSpPr/>
          <p:nvPr/>
        </p:nvSpPr>
        <p:spPr>
          <a:xfrm>
            <a:off x="1207008" y="557784"/>
            <a:ext cx="740664" cy="41148"/>
          </a:xfrm>
          <a:prstGeom prst="rect">
            <a:avLst/>
          </a:prstGeom>
          <a:solidFill>
            <a:srgbClr val="D9DDE1"/>
          </a:solidFill>
          <a:ln/>
        </p:spPr>
      </p:sp>
      <p:sp>
        <p:nvSpPr>
          <p:cNvPr id="11" name="Shape 9"/>
          <p:cNvSpPr/>
          <p:nvPr/>
        </p:nvSpPr>
        <p:spPr>
          <a:xfrm>
            <a:off x="1207008" y="676656"/>
            <a:ext cx="407365" cy="41148"/>
          </a:xfrm>
          <a:prstGeom prst="rect">
            <a:avLst/>
          </a:prstGeom>
          <a:solidFill>
            <a:srgbClr val="D9DDE1"/>
          </a:solidFill>
          <a:ln/>
        </p:spPr>
      </p:sp>
      <p:sp>
        <p:nvSpPr>
          <p:cNvPr id="12" name="Shape 10"/>
          <p:cNvSpPr/>
          <p:nvPr/>
        </p:nvSpPr>
        <p:spPr>
          <a:xfrm>
            <a:off x="2052828" y="182880"/>
            <a:ext cx="850392" cy="676656"/>
          </a:xfrm>
          <a:prstGeom prst="roundRect">
            <a:avLst>
              <a:gd name="adj" fmla="val 6757"/>
            </a:avLst>
          </a:prstGeom>
          <a:solidFill>
            <a:srgbClr val="FFFFFF"/>
          </a:solidFill>
          <a:ln/>
        </p:spPr>
      </p:sp>
      <p:sp>
        <p:nvSpPr>
          <p:cNvPr id="13" name="Text 11"/>
          <p:cNvSpPr txBox="1"/>
          <p:nvPr/>
        </p:nvSpPr>
        <p:spPr>
          <a:xfrm>
            <a:off x="2107692"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Alma</a:t>
            </a:r>
            <a:endParaRPr lang="en-US" sz="700" dirty="0"/>
          </a:p>
        </p:txBody>
      </p:sp>
      <p:sp>
        <p:nvSpPr>
          <p:cNvPr id="14" name="Shape 12"/>
          <p:cNvSpPr/>
          <p:nvPr/>
        </p:nvSpPr>
        <p:spPr>
          <a:xfrm>
            <a:off x="2107692" y="438912"/>
            <a:ext cx="740664" cy="41148"/>
          </a:xfrm>
          <a:prstGeom prst="rect">
            <a:avLst/>
          </a:prstGeom>
          <a:solidFill>
            <a:srgbClr val="D9DDE1"/>
          </a:solidFill>
          <a:ln/>
        </p:spPr>
      </p:sp>
      <p:sp>
        <p:nvSpPr>
          <p:cNvPr id="15" name="Shape 13"/>
          <p:cNvSpPr/>
          <p:nvPr/>
        </p:nvSpPr>
        <p:spPr>
          <a:xfrm>
            <a:off x="2107692" y="557784"/>
            <a:ext cx="740664" cy="41148"/>
          </a:xfrm>
          <a:prstGeom prst="rect">
            <a:avLst/>
          </a:prstGeom>
          <a:solidFill>
            <a:srgbClr val="D9DDE1"/>
          </a:solidFill>
          <a:ln/>
        </p:spPr>
      </p:sp>
      <p:sp>
        <p:nvSpPr>
          <p:cNvPr id="16" name="Shape 14"/>
          <p:cNvSpPr/>
          <p:nvPr/>
        </p:nvSpPr>
        <p:spPr>
          <a:xfrm>
            <a:off x="2107692" y="676656"/>
            <a:ext cx="407365" cy="41148"/>
          </a:xfrm>
          <a:prstGeom prst="rect">
            <a:avLst/>
          </a:prstGeom>
          <a:solidFill>
            <a:srgbClr val="D9DDE1"/>
          </a:solidFill>
          <a:ln/>
        </p:spPr>
      </p:sp>
      <p:sp>
        <p:nvSpPr>
          <p:cNvPr id="17" name="Shape 15"/>
          <p:cNvSpPr/>
          <p:nvPr/>
        </p:nvSpPr>
        <p:spPr>
          <a:xfrm>
            <a:off x="2953512" y="182880"/>
            <a:ext cx="850392" cy="676656"/>
          </a:xfrm>
          <a:prstGeom prst="roundRect">
            <a:avLst>
              <a:gd name="adj" fmla="val 6757"/>
            </a:avLst>
          </a:prstGeom>
          <a:solidFill>
            <a:srgbClr val="FFFFFF"/>
          </a:solidFill>
          <a:ln/>
        </p:spPr>
      </p:sp>
      <p:sp>
        <p:nvSpPr>
          <p:cNvPr id="18" name="Text 16"/>
          <p:cNvSpPr txBox="1"/>
          <p:nvPr/>
        </p:nvSpPr>
        <p:spPr>
          <a:xfrm>
            <a:off x="3008376"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Valentin</a:t>
            </a:r>
            <a:endParaRPr lang="en-US" sz="700" dirty="0"/>
          </a:p>
        </p:txBody>
      </p:sp>
      <p:sp>
        <p:nvSpPr>
          <p:cNvPr id="19" name="Shape 17"/>
          <p:cNvSpPr/>
          <p:nvPr/>
        </p:nvSpPr>
        <p:spPr>
          <a:xfrm>
            <a:off x="3008376" y="438912"/>
            <a:ext cx="740664" cy="41148"/>
          </a:xfrm>
          <a:prstGeom prst="rect">
            <a:avLst/>
          </a:prstGeom>
          <a:solidFill>
            <a:srgbClr val="D9DDE1"/>
          </a:solidFill>
          <a:ln/>
        </p:spPr>
      </p:sp>
      <p:sp>
        <p:nvSpPr>
          <p:cNvPr id="20" name="Shape 18"/>
          <p:cNvSpPr/>
          <p:nvPr/>
        </p:nvSpPr>
        <p:spPr>
          <a:xfrm>
            <a:off x="3008376" y="557784"/>
            <a:ext cx="740664" cy="41148"/>
          </a:xfrm>
          <a:prstGeom prst="rect">
            <a:avLst/>
          </a:prstGeom>
          <a:solidFill>
            <a:srgbClr val="D9DDE1"/>
          </a:solidFill>
          <a:ln/>
        </p:spPr>
      </p:sp>
      <p:sp>
        <p:nvSpPr>
          <p:cNvPr id="21" name="Shape 19"/>
          <p:cNvSpPr/>
          <p:nvPr/>
        </p:nvSpPr>
        <p:spPr>
          <a:xfrm>
            <a:off x="3008376" y="676656"/>
            <a:ext cx="407365" cy="41148"/>
          </a:xfrm>
          <a:prstGeom prst="rect">
            <a:avLst/>
          </a:prstGeom>
          <a:solidFill>
            <a:srgbClr val="D9DDE1"/>
          </a:solidFill>
          <a:ln/>
        </p:spPr>
      </p:sp>
      <p:sp>
        <p:nvSpPr>
          <p:cNvPr id="22" name="Shape 20"/>
          <p:cNvSpPr/>
          <p:nvPr/>
        </p:nvSpPr>
        <p:spPr>
          <a:xfrm>
            <a:off x="3854196" y="182880"/>
            <a:ext cx="850392" cy="676656"/>
          </a:xfrm>
          <a:prstGeom prst="roundRect">
            <a:avLst>
              <a:gd name="adj" fmla="val 6757"/>
            </a:avLst>
          </a:prstGeom>
          <a:solidFill>
            <a:srgbClr val="FFFFFF"/>
          </a:solidFill>
          <a:ln/>
        </p:spPr>
      </p:sp>
      <p:sp>
        <p:nvSpPr>
          <p:cNvPr id="23" name="Text 21"/>
          <p:cNvSpPr txBox="1"/>
          <p:nvPr/>
        </p:nvSpPr>
        <p:spPr>
          <a:xfrm>
            <a:off x="3909060"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Maximo</a:t>
            </a:r>
            <a:endParaRPr lang="en-US" sz="700" dirty="0"/>
          </a:p>
        </p:txBody>
      </p:sp>
      <p:sp>
        <p:nvSpPr>
          <p:cNvPr id="24" name="Shape 22"/>
          <p:cNvSpPr/>
          <p:nvPr/>
        </p:nvSpPr>
        <p:spPr>
          <a:xfrm>
            <a:off x="3909060" y="438912"/>
            <a:ext cx="740664" cy="41148"/>
          </a:xfrm>
          <a:prstGeom prst="rect">
            <a:avLst/>
          </a:prstGeom>
          <a:solidFill>
            <a:srgbClr val="D9DDE1"/>
          </a:solidFill>
          <a:ln/>
        </p:spPr>
      </p:sp>
      <p:sp>
        <p:nvSpPr>
          <p:cNvPr id="25" name="Shape 23"/>
          <p:cNvSpPr/>
          <p:nvPr/>
        </p:nvSpPr>
        <p:spPr>
          <a:xfrm>
            <a:off x="3909060" y="557784"/>
            <a:ext cx="740664" cy="41148"/>
          </a:xfrm>
          <a:prstGeom prst="rect">
            <a:avLst/>
          </a:prstGeom>
          <a:solidFill>
            <a:srgbClr val="D9DDE1"/>
          </a:solidFill>
          <a:ln/>
        </p:spPr>
      </p:sp>
      <p:sp>
        <p:nvSpPr>
          <p:cNvPr id="26" name="Shape 24"/>
          <p:cNvSpPr/>
          <p:nvPr/>
        </p:nvSpPr>
        <p:spPr>
          <a:xfrm>
            <a:off x="3909060" y="676656"/>
            <a:ext cx="407365" cy="41148"/>
          </a:xfrm>
          <a:prstGeom prst="rect">
            <a:avLst/>
          </a:prstGeom>
          <a:solidFill>
            <a:srgbClr val="D9DDE1"/>
          </a:solidFill>
          <a:ln/>
        </p:spPr>
      </p:sp>
      <p:sp>
        <p:nvSpPr>
          <p:cNvPr id="27" name="Shape 25"/>
          <p:cNvSpPr/>
          <p:nvPr/>
        </p:nvSpPr>
        <p:spPr>
          <a:xfrm>
            <a:off x="4754880" y="182880"/>
            <a:ext cx="850392" cy="676656"/>
          </a:xfrm>
          <a:prstGeom prst="roundRect">
            <a:avLst>
              <a:gd name="adj" fmla="val 6757"/>
            </a:avLst>
          </a:prstGeom>
          <a:solidFill>
            <a:srgbClr val="FFFFFF"/>
          </a:solidFill>
          <a:ln/>
        </p:spPr>
      </p:sp>
      <p:sp>
        <p:nvSpPr>
          <p:cNvPr id="28" name="Text 26"/>
          <p:cNvSpPr txBox="1"/>
          <p:nvPr/>
        </p:nvSpPr>
        <p:spPr>
          <a:xfrm>
            <a:off x="4809744"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Facundo</a:t>
            </a:r>
            <a:endParaRPr lang="en-US" sz="700" dirty="0"/>
          </a:p>
        </p:txBody>
      </p:sp>
      <p:sp>
        <p:nvSpPr>
          <p:cNvPr id="29" name="Shape 27"/>
          <p:cNvSpPr/>
          <p:nvPr/>
        </p:nvSpPr>
        <p:spPr>
          <a:xfrm>
            <a:off x="4809744" y="438912"/>
            <a:ext cx="740664" cy="41148"/>
          </a:xfrm>
          <a:prstGeom prst="rect">
            <a:avLst/>
          </a:prstGeom>
          <a:solidFill>
            <a:srgbClr val="D9DDE1"/>
          </a:solidFill>
          <a:ln/>
        </p:spPr>
      </p:sp>
      <p:sp>
        <p:nvSpPr>
          <p:cNvPr id="30" name="Shape 28"/>
          <p:cNvSpPr/>
          <p:nvPr/>
        </p:nvSpPr>
        <p:spPr>
          <a:xfrm>
            <a:off x="4809744" y="557784"/>
            <a:ext cx="740664" cy="41148"/>
          </a:xfrm>
          <a:prstGeom prst="rect">
            <a:avLst/>
          </a:prstGeom>
          <a:solidFill>
            <a:srgbClr val="D9DDE1"/>
          </a:solidFill>
          <a:ln/>
        </p:spPr>
      </p:sp>
      <p:sp>
        <p:nvSpPr>
          <p:cNvPr id="31" name="Shape 29"/>
          <p:cNvSpPr/>
          <p:nvPr/>
        </p:nvSpPr>
        <p:spPr>
          <a:xfrm>
            <a:off x="4809744" y="676656"/>
            <a:ext cx="407365" cy="41148"/>
          </a:xfrm>
          <a:prstGeom prst="rect">
            <a:avLst/>
          </a:prstGeom>
          <a:solidFill>
            <a:srgbClr val="D9DDE1"/>
          </a:solidFill>
          <a:ln/>
        </p:spPr>
      </p:sp>
      <p:sp>
        <p:nvSpPr>
          <p:cNvPr id="32" name="Shape 30"/>
          <p:cNvSpPr/>
          <p:nvPr/>
        </p:nvSpPr>
        <p:spPr>
          <a:xfrm>
            <a:off x="5655564" y="182880"/>
            <a:ext cx="850392" cy="676656"/>
          </a:xfrm>
          <a:prstGeom prst="roundRect">
            <a:avLst>
              <a:gd name="adj" fmla="val 6757"/>
            </a:avLst>
          </a:prstGeom>
          <a:solidFill>
            <a:srgbClr val="FFFFFF"/>
          </a:solidFill>
          <a:ln/>
        </p:spPr>
      </p:sp>
      <p:sp>
        <p:nvSpPr>
          <p:cNvPr id="33" name="Text 31"/>
          <p:cNvSpPr txBox="1"/>
          <p:nvPr/>
        </p:nvSpPr>
        <p:spPr>
          <a:xfrm>
            <a:off x="5710428"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Simon</a:t>
            </a:r>
            <a:endParaRPr lang="en-US" sz="700" dirty="0"/>
          </a:p>
        </p:txBody>
      </p:sp>
      <p:sp>
        <p:nvSpPr>
          <p:cNvPr id="34" name="Shape 32"/>
          <p:cNvSpPr/>
          <p:nvPr/>
        </p:nvSpPr>
        <p:spPr>
          <a:xfrm>
            <a:off x="5710428" y="438912"/>
            <a:ext cx="740664" cy="41148"/>
          </a:xfrm>
          <a:prstGeom prst="rect">
            <a:avLst/>
          </a:prstGeom>
          <a:solidFill>
            <a:srgbClr val="D9DDE1"/>
          </a:solidFill>
          <a:ln/>
        </p:spPr>
      </p:sp>
      <p:sp>
        <p:nvSpPr>
          <p:cNvPr id="35" name="Shape 33"/>
          <p:cNvSpPr/>
          <p:nvPr/>
        </p:nvSpPr>
        <p:spPr>
          <a:xfrm>
            <a:off x="5710428" y="557784"/>
            <a:ext cx="740664" cy="41148"/>
          </a:xfrm>
          <a:prstGeom prst="rect">
            <a:avLst/>
          </a:prstGeom>
          <a:solidFill>
            <a:srgbClr val="D9DDE1"/>
          </a:solidFill>
          <a:ln/>
        </p:spPr>
      </p:sp>
      <p:sp>
        <p:nvSpPr>
          <p:cNvPr id="36" name="Shape 34"/>
          <p:cNvSpPr/>
          <p:nvPr/>
        </p:nvSpPr>
        <p:spPr>
          <a:xfrm>
            <a:off x="5710428" y="676656"/>
            <a:ext cx="407365" cy="41148"/>
          </a:xfrm>
          <a:prstGeom prst="rect">
            <a:avLst/>
          </a:prstGeom>
          <a:solidFill>
            <a:srgbClr val="D9DDE1"/>
          </a:solidFill>
          <a:ln/>
        </p:spPr>
      </p:sp>
      <p:sp>
        <p:nvSpPr>
          <p:cNvPr id="37" name="Shape 35"/>
          <p:cNvSpPr/>
          <p:nvPr/>
        </p:nvSpPr>
        <p:spPr>
          <a:xfrm>
            <a:off x="6556248" y="182880"/>
            <a:ext cx="850392" cy="676656"/>
          </a:xfrm>
          <a:prstGeom prst="roundRect">
            <a:avLst>
              <a:gd name="adj" fmla="val 6757"/>
            </a:avLst>
          </a:prstGeom>
          <a:solidFill>
            <a:srgbClr val="FFFFFF"/>
          </a:solidFill>
          <a:ln/>
        </p:spPr>
      </p:sp>
      <p:sp>
        <p:nvSpPr>
          <p:cNvPr id="38" name="Text 36"/>
          <p:cNvSpPr txBox="1"/>
          <p:nvPr/>
        </p:nvSpPr>
        <p:spPr>
          <a:xfrm>
            <a:off x="6611112"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Nicolas</a:t>
            </a:r>
            <a:endParaRPr lang="en-US" sz="700" dirty="0"/>
          </a:p>
        </p:txBody>
      </p:sp>
      <p:sp>
        <p:nvSpPr>
          <p:cNvPr id="39" name="Shape 37"/>
          <p:cNvSpPr/>
          <p:nvPr/>
        </p:nvSpPr>
        <p:spPr>
          <a:xfrm>
            <a:off x="6611112" y="438912"/>
            <a:ext cx="740664" cy="41148"/>
          </a:xfrm>
          <a:prstGeom prst="rect">
            <a:avLst/>
          </a:prstGeom>
          <a:solidFill>
            <a:srgbClr val="D9DDE1"/>
          </a:solidFill>
          <a:ln/>
        </p:spPr>
      </p:sp>
      <p:sp>
        <p:nvSpPr>
          <p:cNvPr id="40" name="Shape 38"/>
          <p:cNvSpPr/>
          <p:nvPr/>
        </p:nvSpPr>
        <p:spPr>
          <a:xfrm>
            <a:off x="6611112" y="557784"/>
            <a:ext cx="740664" cy="41148"/>
          </a:xfrm>
          <a:prstGeom prst="rect">
            <a:avLst/>
          </a:prstGeom>
          <a:solidFill>
            <a:srgbClr val="D9DDE1"/>
          </a:solidFill>
          <a:ln/>
        </p:spPr>
      </p:sp>
      <p:sp>
        <p:nvSpPr>
          <p:cNvPr id="41" name="Shape 39"/>
          <p:cNvSpPr/>
          <p:nvPr/>
        </p:nvSpPr>
        <p:spPr>
          <a:xfrm>
            <a:off x="6611112" y="676656"/>
            <a:ext cx="407365" cy="41148"/>
          </a:xfrm>
          <a:prstGeom prst="rect">
            <a:avLst/>
          </a:prstGeom>
          <a:solidFill>
            <a:srgbClr val="D9DDE1"/>
          </a:solidFill>
          <a:ln/>
        </p:spPr>
      </p:sp>
      <p:sp>
        <p:nvSpPr>
          <p:cNvPr id="42" name="Shape 40"/>
          <p:cNvSpPr/>
          <p:nvPr/>
        </p:nvSpPr>
        <p:spPr>
          <a:xfrm>
            <a:off x="7456932" y="182880"/>
            <a:ext cx="850392" cy="676656"/>
          </a:xfrm>
          <a:prstGeom prst="roundRect">
            <a:avLst>
              <a:gd name="adj" fmla="val 6757"/>
            </a:avLst>
          </a:prstGeom>
          <a:solidFill>
            <a:srgbClr val="FFFFFF"/>
          </a:solidFill>
          <a:ln/>
        </p:spPr>
      </p:sp>
      <p:sp>
        <p:nvSpPr>
          <p:cNvPr id="43" name="Text 41"/>
          <p:cNvSpPr txBox="1"/>
          <p:nvPr/>
        </p:nvSpPr>
        <p:spPr>
          <a:xfrm>
            <a:off x="7511796"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Leonardo</a:t>
            </a:r>
            <a:endParaRPr lang="en-US" sz="700" dirty="0"/>
          </a:p>
        </p:txBody>
      </p:sp>
      <p:sp>
        <p:nvSpPr>
          <p:cNvPr id="44" name="Shape 42"/>
          <p:cNvSpPr/>
          <p:nvPr/>
        </p:nvSpPr>
        <p:spPr>
          <a:xfrm>
            <a:off x="7511796" y="438912"/>
            <a:ext cx="740664" cy="41148"/>
          </a:xfrm>
          <a:prstGeom prst="rect">
            <a:avLst/>
          </a:prstGeom>
          <a:solidFill>
            <a:srgbClr val="D9DDE1"/>
          </a:solidFill>
          <a:ln/>
        </p:spPr>
      </p:sp>
      <p:sp>
        <p:nvSpPr>
          <p:cNvPr id="45" name="Shape 43"/>
          <p:cNvSpPr/>
          <p:nvPr/>
        </p:nvSpPr>
        <p:spPr>
          <a:xfrm>
            <a:off x="7511796" y="557784"/>
            <a:ext cx="740664" cy="41148"/>
          </a:xfrm>
          <a:prstGeom prst="rect">
            <a:avLst/>
          </a:prstGeom>
          <a:solidFill>
            <a:srgbClr val="D9DDE1"/>
          </a:solidFill>
          <a:ln/>
        </p:spPr>
      </p:sp>
      <p:sp>
        <p:nvSpPr>
          <p:cNvPr id="46" name="Shape 44"/>
          <p:cNvSpPr/>
          <p:nvPr/>
        </p:nvSpPr>
        <p:spPr>
          <a:xfrm>
            <a:off x="7511796" y="676656"/>
            <a:ext cx="407365" cy="41148"/>
          </a:xfrm>
          <a:prstGeom prst="rect">
            <a:avLst/>
          </a:prstGeom>
          <a:solidFill>
            <a:srgbClr val="D9DDE1"/>
          </a:solidFill>
          <a:ln/>
        </p:spPr>
      </p:sp>
      <p:sp>
        <p:nvSpPr>
          <p:cNvPr id="47" name="Shape 45"/>
          <p:cNvSpPr/>
          <p:nvPr/>
        </p:nvSpPr>
        <p:spPr>
          <a:xfrm>
            <a:off x="8357616" y="182880"/>
            <a:ext cx="850392" cy="676656"/>
          </a:xfrm>
          <a:prstGeom prst="roundRect">
            <a:avLst>
              <a:gd name="adj" fmla="val 6757"/>
            </a:avLst>
          </a:prstGeom>
          <a:solidFill>
            <a:srgbClr val="FFFFFF"/>
          </a:solidFill>
          <a:ln/>
        </p:spPr>
      </p:sp>
      <p:sp>
        <p:nvSpPr>
          <p:cNvPr id="48" name="Text 46"/>
          <p:cNvSpPr txBox="1"/>
          <p:nvPr/>
        </p:nvSpPr>
        <p:spPr>
          <a:xfrm>
            <a:off x="8412480"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Emma</a:t>
            </a:r>
            <a:endParaRPr lang="en-US" sz="700" dirty="0"/>
          </a:p>
        </p:txBody>
      </p:sp>
      <p:sp>
        <p:nvSpPr>
          <p:cNvPr id="49" name="Shape 47"/>
          <p:cNvSpPr/>
          <p:nvPr/>
        </p:nvSpPr>
        <p:spPr>
          <a:xfrm>
            <a:off x="8412480" y="438912"/>
            <a:ext cx="740664" cy="41148"/>
          </a:xfrm>
          <a:prstGeom prst="rect">
            <a:avLst/>
          </a:prstGeom>
          <a:solidFill>
            <a:srgbClr val="D9DDE1"/>
          </a:solidFill>
          <a:ln/>
        </p:spPr>
      </p:sp>
      <p:sp>
        <p:nvSpPr>
          <p:cNvPr id="50" name="Shape 48"/>
          <p:cNvSpPr/>
          <p:nvPr/>
        </p:nvSpPr>
        <p:spPr>
          <a:xfrm>
            <a:off x="8412480" y="557784"/>
            <a:ext cx="740664" cy="41148"/>
          </a:xfrm>
          <a:prstGeom prst="rect">
            <a:avLst/>
          </a:prstGeom>
          <a:solidFill>
            <a:srgbClr val="D9DDE1"/>
          </a:solidFill>
          <a:ln/>
        </p:spPr>
      </p:sp>
      <p:sp>
        <p:nvSpPr>
          <p:cNvPr id="51" name="Shape 49"/>
          <p:cNvSpPr/>
          <p:nvPr/>
        </p:nvSpPr>
        <p:spPr>
          <a:xfrm>
            <a:off x="8412480" y="676656"/>
            <a:ext cx="407365" cy="41148"/>
          </a:xfrm>
          <a:prstGeom prst="rect">
            <a:avLst/>
          </a:prstGeom>
          <a:solidFill>
            <a:srgbClr val="D9DDE1"/>
          </a:solidFill>
          <a:ln/>
        </p:spPr>
      </p:sp>
      <p:sp>
        <p:nvSpPr>
          <p:cNvPr id="52" name="Shape 50"/>
          <p:cNvSpPr/>
          <p:nvPr/>
        </p:nvSpPr>
        <p:spPr>
          <a:xfrm>
            <a:off x="9258300" y="182880"/>
            <a:ext cx="850392" cy="676656"/>
          </a:xfrm>
          <a:prstGeom prst="roundRect">
            <a:avLst>
              <a:gd name="adj" fmla="val 6757"/>
            </a:avLst>
          </a:prstGeom>
          <a:solidFill>
            <a:srgbClr val="FFFFFF"/>
          </a:solidFill>
          <a:ln/>
        </p:spPr>
      </p:sp>
      <p:sp>
        <p:nvSpPr>
          <p:cNvPr id="53" name="Text 51"/>
          <p:cNvSpPr txBox="1"/>
          <p:nvPr/>
        </p:nvSpPr>
        <p:spPr>
          <a:xfrm>
            <a:off x="9313164"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Ciro</a:t>
            </a:r>
            <a:endParaRPr lang="en-US" sz="700" dirty="0"/>
          </a:p>
        </p:txBody>
      </p:sp>
      <p:sp>
        <p:nvSpPr>
          <p:cNvPr id="54" name="Shape 52"/>
          <p:cNvSpPr/>
          <p:nvPr/>
        </p:nvSpPr>
        <p:spPr>
          <a:xfrm>
            <a:off x="9313164" y="438912"/>
            <a:ext cx="740664" cy="41148"/>
          </a:xfrm>
          <a:prstGeom prst="rect">
            <a:avLst/>
          </a:prstGeom>
          <a:solidFill>
            <a:srgbClr val="D9DDE1"/>
          </a:solidFill>
          <a:ln/>
        </p:spPr>
      </p:sp>
      <p:sp>
        <p:nvSpPr>
          <p:cNvPr id="55" name="Shape 53"/>
          <p:cNvSpPr/>
          <p:nvPr/>
        </p:nvSpPr>
        <p:spPr>
          <a:xfrm>
            <a:off x="9313164" y="557784"/>
            <a:ext cx="740664" cy="41148"/>
          </a:xfrm>
          <a:prstGeom prst="rect">
            <a:avLst/>
          </a:prstGeom>
          <a:solidFill>
            <a:srgbClr val="D9DDE1"/>
          </a:solidFill>
          <a:ln/>
        </p:spPr>
      </p:sp>
      <p:sp>
        <p:nvSpPr>
          <p:cNvPr id="56" name="Shape 54"/>
          <p:cNvSpPr/>
          <p:nvPr/>
        </p:nvSpPr>
        <p:spPr>
          <a:xfrm>
            <a:off x="9313164" y="676656"/>
            <a:ext cx="407365" cy="41148"/>
          </a:xfrm>
          <a:prstGeom prst="rect">
            <a:avLst/>
          </a:prstGeom>
          <a:solidFill>
            <a:srgbClr val="D9DDE1"/>
          </a:solidFill>
          <a:ln/>
        </p:spPr>
      </p:sp>
      <p:sp>
        <p:nvSpPr>
          <p:cNvPr id="57" name="Shape 55"/>
          <p:cNvSpPr/>
          <p:nvPr/>
        </p:nvSpPr>
        <p:spPr>
          <a:xfrm>
            <a:off x="10158984" y="182880"/>
            <a:ext cx="850392" cy="676656"/>
          </a:xfrm>
          <a:prstGeom prst="roundRect">
            <a:avLst>
              <a:gd name="adj" fmla="val 6757"/>
            </a:avLst>
          </a:prstGeom>
          <a:solidFill>
            <a:srgbClr val="FFFFFF"/>
          </a:solidFill>
          <a:ln/>
        </p:spPr>
      </p:sp>
      <p:sp>
        <p:nvSpPr>
          <p:cNvPr id="58" name="Text 56"/>
          <p:cNvSpPr txBox="1"/>
          <p:nvPr/>
        </p:nvSpPr>
        <p:spPr>
          <a:xfrm>
            <a:off x="10213848"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a:t>
            </a:r>
            <a:endParaRPr lang="en-US" sz="700" dirty="0"/>
          </a:p>
        </p:txBody>
      </p:sp>
      <p:sp>
        <p:nvSpPr>
          <p:cNvPr id="59" name="Shape 57"/>
          <p:cNvSpPr/>
          <p:nvPr/>
        </p:nvSpPr>
        <p:spPr>
          <a:xfrm>
            <a:off x="10213848" y="438912"/>
            <a:ext cx="740664" cy="41148"/>
          </a:xfrm>
          <a:prstGeom prst="rect">
            <a:avLst/>
          </a:prstGeom>
          <a:solidFill>
            <a:srgbClr val="D9DDE1"/>
          </a:solidFill>
          <a:ln/>
        </p:spPr>
      </p:sp>
      <p:sp>
        <p:nvSpPr>
          <p:cNvPr id="60" name="Shape 58"/>
          <p:cNvSpPr/>
          <p:nvPr/>
        </p:nvSpPr>
        <p:spPr>
          <a:xfrm>
            <a:off x="10213848" y="557784"/>
            <a:ext cx="740664" cy="41148"/>
          </a:xfrm>
          <a:prstGeom prst="rect">
            <a:avLst/>
          </a:prstGeom>
          <a:solidFill>
            <a:srgbClr val="D9DDE1"/>
          </a:solidFill>
          <a:ln/>
        </p:spPr>
      </p:sp>
      <p:sp>
        <p:nvSpPr>
          <p:cNvPr id="61" name="Shape 59"/>
          <p:cNvSpPr/>
          <p:nvPr/>
        </p:nvSpPr>
        <p:spPr>
          <a:xfrm>
            <a:off x="10213848" y="676656"/>
            <a:ext cx="407365" cy="41148"/>
          </a:xfrm>
          <a:prstGeom prst="rect">
            <a:avLst/>
          </a:prstGeom>
          <a:solidFill>
            <a:srgbClr val="D9DDE1"/>
          </a:solidFill>
          <a:ln/>
        </p:spPr>
      </p:sp>
      <p:sp>
        <p:nvSpPr>
          <p:cNvPr id="62" name="Shape 60"/>
          <p:cNvSpPr/>
          <p:nvPr/>
        </p:nvSpPr>
        <p:spPr>
          <a:xfrm>
            <a:off x="11059668" y="182880"/>
            <a:ext cx="850392" cy="676656"/>
          </a:xfrm>
          <a:prstGeom prst="roundRect">
            <a:avLst>
              <a:gd name="adj" fmla="val 6757"/>
            </a:avLst>
          </a:prstGeom>
          <a:solidFill>
            <a:srgbClr val="FFFFFF"/>
          </a:solidFill>
          <a:ln/>
        </p:spPr>
      </p:sp>
      <p:sp>
        <p:nvSpPr>
          <p:cNvPr id="63" name="Text 61"/>
          <p:cNvSpPr txBox="1"/>
          <p:nvPr/>
        </p:nvSpPr>
        <p:spPr>
          <a:xfrm>
            <a:off x="11114532" y="22860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Liam</a:t>
            </a:r>
            <a:endParaRPr lang="en-US" sz="700" dirty="0"/>
          </a:p>
        </p:txBody>
      </p:sp>
      <p:sp>
        <p:nvSpPr>
          <p:cNvPr id="64" name="Shape 62"/>
          <p:cNvSpPr/>
          <p:nvPr/>
        </p:nvSpPr>
        <p:spPr>
          <a:xfrm>
            <a:off x="11114532" y="438912"/>
            <a:ext cx="740664" cy="41148"/>
          </a:xfrm>
          <a:prstGeom prst="rect">
            <a:avLst/>
          </a:prstGeom>
          <a:solidFill>
            <a:srgbClr val="D9DDE1"/>
          </a:solidFill>
          <a:ln/>
        </p:spPr>
      </p:sp>
      <p:sp>
        <p:nvSpPr>
          <p:cNvPr id="65" name="Shape 63"/>
          <p:cNvSpPr/>
          <p:nvPr/>
        </p:nvSpPr>
        <p:spPr>
          <a:xfrm>
            <a:off x="11114532" y="557784"/>
            <a:ext cx="740664" cy="41148"/>
          </a:xfrm>
          <a:prstGeom prst="rect">
            <a:avLst/>
          </a:prstGeom>
          <a:solidFill>
            <a:srgbClr val="D9DDE1"/>
          </a:solidFill>
          <a:ln/>
        </p:spPr>
      </p:sp>
      <p:sp>
        <p:nvSpPr>
          <p:cNvPr id="66" name="Shape 64"/>
          <p:cNvSpPr/>
          <p:nvPr/>
        </p:nvSpPr>
        <p:spPr>
          <a:xfrm>
            <a:off x="11114532" y="676656"/>
            <a:ext cx="407365" cy="41148"/>
          </a:xfrm>
          <a:prstGeom prst="rect">
            <a:avLst/>
          </a:prstGeom>
          <a:solidFill>
            <a:srgbClr val="D9DDE1"/>
          </a:solidFill>
          <a:ln/>
        </p:spPr>
      </p:sp>
      <p:sp>
        <p:nvSpPr>
          <p:cNvPr id="67" name="Shape 65"/>
          <p:cNvSpPr/>
          <p:nvPr/>
        </p:nvSpPr>
        <p:spPr>
          <a:xfrm>
            <a:off x="251460" y="909828"/>
            <a:ext cx="850392" cy="676656"/>
          </a:xfrm>
          <a:prstGeom prst="roundRect">
            <a:avLst>
              <a:gd name="adj" fmla="val 6757"/>
            </a:avLst>
          </a:prstGeom>
          <a:solidFill>
            <a:srgbClr val="FFFFFF"/>
          </a:solidFill>
          <a:ln/>
        </p:spPr>
      </p:sp>
      <p:sp>
        <p:nvSpPr>
          <p:cNvPr id="68" name="Text 66"/>
          <p:cNvSpPr txBox="1"/>
          <p:nvPr/>
        </p:nvSpPr>
        <p:spPr>
          <a:xfrm>
            <a:off x="306324"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Juan</a:t>
            </a:r>
            <a:endParaRPr lang="en-US" sz="700" dirty="0"/>
          </a:p>
        </p:txBody>
      </p:sp>
      <p:sp>
        <p:nvSpPr>
          <p:cNvPr id="69" name="Shape 67"/>
          <p:cNvSpPr/>
          <p:nvPr/>
        </p:nvSpPr>
        <p:spPr>
          <a:xfrm>
            <a:off x="306324" y="1165860"/>
            <a:ext cx="740664" cy="41148"/>
          </a:xfrm>
          <a:prstGeom prst="rect">
            <a:avLst/>
          </a:prstGeom>
          <a:solidFill>
            <a:srgbClr val="D9DDE1"/>
          </a:solidFill>
          <a:ln/>
        </p:spPr>
      </p:sp>
      <p:sp>
        <p:nvSpPr>
          <p:cNvPr id="70" name="Shape 68"/>
          <p:cNvSpPr/>
          <p:nvPr/>
        </p:nvSpPr>
        <p:spPr>
          <a:xfrm>
            <a:off x="306324" y="1284732"/>
            <a:ext cx="740664" cy="41148"/>
          </a:xfrm>
          <a:prstGeom prst="rect">
            <a:avLst/>
          </a:prstGeom>
          <a:solidFill>
            <a:srgbClr val="D9DDE1"/>
          </a:solidFill>
          <a:ln/>
        </p:spPr>
      </p:sp>
      <p:sp>
        <p:nvSpPr>
          <p:cNvPr id="71" name="Shape 69"/>
          <p:cNvSpPr/>
          <p:nvPr/>
        </p:nvSpPr>
        <p:spPr>
          <a:xfrm>
            <a:off x="306324" y="1403604"/>
            <a:ext cx="407365" cy="41148"/>
          </a:xfrm>
          <a:prstGeom prst="rect">
            <a:avLst/>
          </a:prstGeom>
          <a:solidFill>
            <a:srgbClr val="D9DDE1"/>
          </a:solidFill>
          <a:ln/>
        </p:spPr>
      </p:sp>
      <p:sp>
        <p:nvSpPr>
          <p:cNvPr id="72" name="Shape 70"/>
          <p:cNvSpPr/>
          <p:nvPr/>
        </p:nvSpPr>
        <p:spPr>
          <a:xfrm>
            <a:off x="1152144" y="909828"/>
            <a:ext cx="850392" cy="676656"/>
          </a:xfrm>
          <a:prstGeom prst="roundRect">
            <a:avLst>
              <a:gd name="adj" fmla="val 6757"/>
            </a:avLst>
          </a:prstGeom>
          <a:solidFill>
            <a:srgbClr val="FFFFFF"/>
          </a:solidFill>
          <a:ln/>
        </p:spPr>
      </p:sp>
      <p:sp>
        <p:nvSpPr>
          <p:cNvPr id="73" name="Text 71"/>
          <p:cNvSpPr txBox="1"/>
          <p:nvPr/>
        </p:nvSpPr>
        <p:spPr>
          <a:xfrm>
            <a:off x="1207008"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Dante</a:t>
            </a:r>
            <a:endParaRPr lang="en-US" sz="700" dirty="0"/>
          </a:p>
        </p:txBody>
      </p:sp>
      <p:sp>
        <p:nvSpPr>
          <p:cNvPr id="74" name="Shape 72"/>
          <p:cNvSpPr/>
          <p:nvPr/>
        </p:nvSpPr>
        <p:spPr>
          <a:xfrm>
            <a:off x="1207008" y="1165860"/>
            <a:ext cx="740664" cy="41148"/>
          </a:xfrm>
          <a:prstGeom prst="rect">
            <a:avLst/>
          </a:prstGeom>
          <a:solidFill>
            <a:srgbClr val="D9DDE1"/>
          </a:solidFill>
          <a:ln/>
        </p:spPr>
      </p:sp>
      <p:sp>
        <p:nvSpPr>
          <p:cNvPr id="75" name="Shape 73"/>
          <p:cNvSpPr/>
          <p:nvPr/>
        </p:nvSpPr>
        <p:spPr>
          <a:xfrm>
            <a:off x="1207008" y="1284732"/>
            <a:ext cx="740664" cy="41148"/>
          </a:xfrm>
          <a:prstGeom prst="rect">
            <a:avLst/>
          </a:prstGeom>
          <a:solidFill>
            <a:srgbClr val="D9DDE1"/>
          </a:solidFill>
          <a:ln/>
        </p:spPr>
      </p:sp>
      <p:sp>
        <p:nvSpPr>
          <p:cNvPr id="76" name="Shape 74"/>
          <p:cNvSpPr/>
          <p:nvPr/>
        </p:nvSpPr>
        <p:spPr>
          <a:xfrm>
            <a:off x="1207008" y="1403604"/>
            <a:ext cx="407365" cy="41148"/>
          </a:xfrm>
          <a:prstGeom prst="rect">
            <a:avLst/>
          </a:prstGeom>
          <a:solidFill>
            <a:srgbClr val="D9DDE1"/>
          </a:solidFill>
          <a:ln/>
        </p:spPr>
      </p:sp>
      <p:sp>
        <p:nvSpPr>
          <p:cNvPr id="77" name="Shape 75"/>
          <p:cNvSpPr/>
          <p:nvPr/>
        </p:nvSpPr>
        <p:spPr>
          <a:xfrm>
            <a:off x="2052828" y="909828"/>
            <a:ext cx="850392" cy="676656"/>
          </a:xfrm>
          <a:prstGeom prst="roundRect">
            <a:avLst>
              <a:gd name="adj" fmla="val 6757"/>
            </a:avLst>
          </a:prstGeom>
          <a:solidFill>
            <a:srgbClr val="FFFFFF"/>
          </a:solidFill>
          <a:ln/>
        </p:spPr>
      </p:sp>
      <p:sp>
        <p:nvSpPr>
          <p:cNvPr id="78" name="Text 76"/>
          <p:cNvSpPr txBox="1"/>
          <p:nvPr/>
        </p:nvSpPr>
        <p:spPr>
          <a:xfrm>
            <a:off x="2107692"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Manuela</a:t>
            </a:r>
            <a:endParaRPr lang="en-US" sz="700" dirty="0"/>
          </a:p>
        </p:txBody>
      </p:sp>
      <p:sp>
        <p:nvSpPr>
          <p:cNvPr id="79" name="Shape 77"/>
          <p:cNvSpPr/>
          <p:nvPr/>
        </p:nvSpPr>
        <p:spPr>
          <a:xfrm>
            <a:off x="2107692" y="1165860"/>
            <a:ext cx="740664" cy="41148"/>
          </a:xfrm>
          <a:prstGeom prst="rect">
            <a:avLst/>
          </a:prstGeom>
          <a:solidFill>
            <a:srgbClr val="D9DDE1"/>
          </a:solidFill>
          <a:ln/>
        </p:spPr>
      </p:sp>
      <p:sp>
        <p:nvSpPr>
          <p:cNvPr id="80" name="Shape 78"/>
          <p:cNvSpPr/>
          <p:nvPr/>
        </p:nvSpPr>
        <p:spPr>
          <a:xfrm>
            <a:off x="2107692" y="1284732"/>
            <a:ext cx="740664" cy="41148"/>
          </a:xfrm>
          <a:prstGeom prst="rect">
            <a:avLst/>
          </a:prstGeom>
          <a:solidFill>
            <a:srgbClr val="D9DDE1"/>
          </a:solidFill>
          <a:ln/>
        </p:spPr>
      </p:sp>
      <p:sp>
        <p:nvSpPr>
          <p:cNvPr id="81" name="Shape 79"/>
          <p:cNvSpPr/>
          <p:nvPr/>
        </p:nvSpPr>
        <p:spPr>
          <a:xfrm>
            <a:off x="2107692" y="1403604"/>
            <a:ext cx="407365" cy="41148"/>
          </a:xfrm>
          <a:prstGeom prst="rect">
            <a:avLst/>
          </a:prstGeom>
          <a:solidFill>
            <a:srgbClr val="D9DDE1"/>
          </a:solidFill>
          <a:ln/>
        </p:spPr>
      </p:sp>
      <p:sp>
        <p:nvSpPr>
          <p:cNvPr id="82" name="Shape 80"/>
          <p:cNvSpPr/>
          <p:nvPr/>
        </p:nvSpPr>
        <p:spPr>
          <a:xfrm>
            <a:off x="2953512" y="909828"/>
            <a:ext cx="850392" cy="676656"/>
          </a:xfrm>
          <a:prstGeom prst="roundRect">
            <a:avLst>
              <a:gd name="adj" fmla="val 6757"/>
            </a:avLst>
          </a:prstGeom>
          <a:solidFill>
            <a:srgbClr val="FFFFFF"/>
          </a:solidFill>
          <a:ln/>
        </p:spPr>
      </p:sp>
      <p:sp>
        <p:nvSpPr>
          <p:cNvPr id="83" name="Text 81"/>
          <p:cNvSpPr txBox="1"/>
          <p:nvPr/>
        </p:nvSpPr>
        <p:spPr>
          <a:xfrm>
            <a:off x="3008376"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Renata</a:t>
            </a:r>
            <a:endParaRPr lang="en-US" sz="700" dirty="0"/>
          </a:p>
        </p:txBody>
      </p:sp>
      <p:sp>
        <p:nvSpPr>
          <p:cNvPr id="84" name="Shape 82"/>
          <p:cNvSpPr/>
          <p:nvPr/>
        </p:nvSpPr>
        <p:spPr>
          <a:xfrm>
            <a:off x="3008376" y="1165860"/>
            <a:ext cx="740664" cy="41148"/>
          </a:xfrm>
          <a:prstGeom prst="rect">
            <a:avLst/>
          </a:prstGeom>
          <a:solidFill>
            <a:srgbClr val="D9DDE1"/>
          </a:solidFill>
          <a:ln/>
        </p:spPr>
      </p:sp>
      <p:sp>
        <p:nvSpPr>
          <p:cNvPr id="85" name="Shape 83"/>
          <p:cNvSpPr/>
          <p:nvPr/>
        </p:nvSpPr>
        <p:spPr>
          <a:xfrm>
            <a:off x="3008376" y="1284732"/>
            <a:ext cx="740664" cy="41148"/>
          </a:xfrm>
          <a:prstGeom prst="rect">
            <a:avLst/>
          </a:prstGeom>
          <a:solidFill>
            <a:srgbClr val="D9DDE1"/>
          </a:solidFill>
          <a:ln/>
        </p:spPr>
      </p:sp>
      <p:sp>
        <p:nvSpPr>
          <p:cNvPr id="86" name="Shape 84"/>
          <p:cNvSpPr/>
          <p:nvPr/>
        </p:nvSpPr>
        <p:spPr>
          <a:xfrm>
            <a:off x="3008376" y="1403604"/>
            <a:ext cx="407365" cy="41148"/>
          </a:xfrm>
          <a:prstGeom prst="rect">
            <a:avLst/>
          </a:prstGeom>
          <a:solidFill>
            <a:srgbClr val="D9DDE1"/>
          </a:solidFill>
          <a:ln/>
        </p:spPr>
      </p:sp>
      <p:sp>
        <p:nvSpPr>
          <p:cNvPr id="87" name="Shape 85"/>
          <p:cNvSpPr/>
          <p:nvPr/>
        </p:nvSpPr>
        <p:spPr>
          <a:xfrm>
            <a:off x="3854196" y="909828"/>
            <a:ext cx="850392" cy="676656"/>
          </a:xfrm>
          <a:prstGeom prst="roundRect">
            <a:avLst>
              <a:gd name="adj" fmla="val 6757"/>
            </a:avLst>
          </a:prstGeom>
          <a:solidFill>
            <a:srgbClr val="FFFFFF"/>
          </a:solidFill>
          <a:ln/>
        </p:spPr>
      </p:sp>
      <p:sp>
        <p:nvSpPr>
          <p:cNvPr id="88" name="Text 86"/>
          <p:cNvSpPr txBox="1"/>
          <p:nvPr/>
        </p:nvSpPr>
        <p:spPr>
          <a:xfrm>
            <a:off x="3909060"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Lautaro</a:t>
            </a:r>
            <a:endParaRPr lang="en-US" sz="700" dirty="0"/>
          </a:p>
        </p:txBody>
      </p:sp>
      <p:sp>
        <p:nvSpPr>
          <p:cNvPr id="89" name="Shape 87"/>
          <p:cNvSpPr/>
          <p:nvPr/>
        </p:nvSpPr>
        <p:spPr>
          <a:xfrm>
            <a:off x="3909060" y="1165860"/>
            <a:ext cx="740664" cy="41148"/>
          </a:xfrm>
          <a:prstGeom prst="rect">
            <a:avLst/>
          </a:prstGeom>
          <a:solidFill>
            <a:srgbClr val="D9DDE1"/>
          </a:solidFill>
          <a:ln/>
        </p:spPr>
      </p:sp>
      <p:sp>
        <p:nvSpPr>
          <p:cNvPr id="90" name="Shape 88"/>
          <p:cNvSpPr/>
          <p:nvPr/>
        </p:nvSpPr>
        <p:spPr>
          <a:xfrm>
            <a:off x="3909060" y="1284732"/>
            <a:ext cx="740664" cy="41148"/>
          </a:xfrm>
          <a:prstGeom prst="rect">
            <a:avLst/>
          </a:prstGeom>
          <a:solidFill>
            <a:srgbClr val="D9DDE1"/>
          </a:solidFill>
          <a:ln/>
        </p:spPr>
      </p:sp>
      <p:sp>
        <p:nvSpPr>
          <p:cNvPr id="91" name="Shape 89"/>
          <p:cNvSpPr/>
          <p:nvPr/>
        </p:nvSpPr>
        <p:spPr>
          <a:xfrm>
            <a:off x="3909060" y="1403604"/>
            <a:ext cx="407365" cy="41148"/>
          </a:xfrm>
          <a:prstGeom prst="rect">
            <a:avLst/>
          </a:prstGeom>
          <a:solidFill>
            <a:srgbClr val="D9DDE1"/>
          </a:solidFill>
          <a:ln/>
        </p:spPr>
      </p:sp>
      <p:sp>
        <p:nvSpPr>
          <p:cNvPr id="92" name="Shape 90"/>
          <p:cNvSpPr/>
          <p:nvPr/>
        </p:nvSpPr>
        <p:spPr>
          <a:xfrm>
            <a:off x="4754880" y="909828"/>
            <a:ext cx="850392" cy="676656"/>
          </a:xfrm>
          <a:prstGeom prst="roundRect">
            <a:avLst>
              <a:gd name="adj" fmla="val 6757"/>
            </a:avLst>
          </a:prstGeom>
          <a:solidFill>
            <a:srgbClr val="FFFFFF"/>
          </a:solidFill>
          <a:ln/>
        </p:spPr>
      </p:sp>
      <p:sp>
        <p:nvSpPr>
          <p:cNvPr id="93" name="Text 91"/>
          <p:cNvSpPr txBox="1"/>
          <p:nvPr/>
        </p:nvSpPr>
        <p:spPr>
          <a:xfrm>
            <a:off x="4809744"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Agustin</a:t>
            </a:r>
            <a:endParaRPr lang="en-US" sz="700" dirty="0"/>
          </a:p>
        </p:txBody>
      </p:sp>
      <p:sp>
        <p:nvSpPr>
          <p:cNvPr id="94" name="Shape 92"/>
          <p:cNvSpPr/>
          <p:nvPr/>
        </p:nvSpPr>
        <p:spPr>
          <a:xfrm>
            <a:off x="4809744" y="1165860"/>
            <a:ext cx="740664" cy="41148"/>
          </a:xfrm>
          <a:prstGeom prst="rect">
            <a:avLst/>
          </a:prstGeom>
          <a:solidFill>
            <a:srgbClr val="D9DDE1"/>
          </a:solidFill>
          <a:ln/>
        </p:spPr>
      </p:sp>
      <p:sp>
        <p:nvSpPr>
          <p:cNvPr id="95" name="Shape 93"/>
          <p:cNvSpPr/>
          <p:nvPr/>
        </p:nvSpPr>
        <p:spPr>
          <a:xfrm>
            <a:off x="4809744" y="1284732"/>
            <a:ext cx="740664" cy="41148"/>
          </a:xfrm>
          <a:prstGeom prst="rect">
            <a:avLst/>
          </a:prstGeom>
          <a:solidFill>
            <a:srgbClr val="D9DDE1"/>
          </a:solidFill>
          <a:ln/>
        </p:spPr>
      </p:sp>
      <p:sp>
        <p:nvSpPr>
          <p:cNvPr id="96" name="Shape 94"/>
          <p:cNvSpPr/>
          <p:nvPr/>
        </p:nvSpPr>
        <p:spPr>
          <a:xfrm>
            <a:off x="4809744" y="1403604"/>
            <a:ext cx="407365" cy="41148"/>
          </a:xfrm>
          <a:prstGeom prst="rect">
            <a:avLst/>
          </a:prstGeom>
          <a:solidFill>
            <a:srgbClr val="D9DDE1"/>
          </a:solidFill>
          <a:ln/>
        </p:spPr>
      </p:sp>
      <p:sp>
        <p:nvSpPr>
          <p:cNvPr id="97" name="Shape 95"/>
          <p:cNvSpPr/>
          <p:nvPr/>
        </p:nvSpPr>
        <p:spPr>
          <a:xfrm>
            <a:off x="5655564" y="909828"/>
            <a:ext cx="850392" cy="676656"/>
          </a:xfrm>
          <a:prstGeom prst="roundRect">
            <a:avLst>
              <a:gd name="adj" fmla="val 6757"/>
            </a:avLst>
          </a:prstGeom>
          <a:solidFill>
            <a:srgbClr val="FFFFFF"/>
          </a:solidFill>
          <a:ln/>
        </p:spPr>
      </p:sp>
      <p:sp>
        <p:nvSpPr>
          <p:cNvPr id="98" name="Text 96"/>
          <p:cNvSpPr txBox="1"/>
          <p:nvPr/>
        </p:nvSpPr>
        <p:spPr>
          <a:xfrm>
            <a:off x="5710428"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Lautaro</a:t>
            </a:r>
            <a:endParaRPr lang="en-US" sz="700" dirty="0"/>
          </a:p>
        </p:txBody>
      </p:sp>
      <p:sp>
        <p:nvSpPr>
          <p:cNvPr id="99" name="Shape 97"/>
          <p:cNvSpPr/>
          <p:nvPr/>
        </p:nvSpPr>
        <p:spPr>
          <a:xfrm>
            <a:off x="5710428" y="1165860"/>
            <a:ext cx="740664" cy="41148"/>
          </a:xfrm>
          <a:prstGeom prst="rect">
            <a:avLst/>
          </a:prstGeom>
          <a:solidFill>
            <a:srgbClr val="D9DDE1"/>
          </a:solidFill>
          <a:ln/>
        </p:spPr>
      </p:sp>
      <p:sp>
        <p:nvSpPr>
          <p:cNvPr id="100" name="Shape 98"/>
          <p:cNvSpPr/>
          <p:nvPr/>
        </p:nvSpPr>
        <p:spPr>
          <a:xfrm>
            <a:off x="5710428" y="1284732"/>
            <a:ext cx="740664" cy="41148"/>
          </a:xfrm>
          <a:prstGeom prst="rect">
            <a:avLst/>
          </a:prstGeom>
          <a:solidFill>
            <a:srgbClr val="D9DDE1"/>
          </a:solidFill>
          <a:ln/>
        </p:spPr>
      </p:sp>
      <p:sp>
        <p:nvSpPr>
          <p:cNvPr id="101" name="Shape 99"/>
          <p:cNvSpPr/>
          <p:nvPr/>
        </p:nvSpPr>
        <p:spPr>
          <a:xfrm>
            <a:off x="5710428" y="1403604"/>
            <a:ext cx="407365" cy="41148"/>
          </a:xfrm>
          <a:prstGeom prst="rect">
            <a:avLst/>
          </a:prstGeom>
          <a:solidFill>
            <a:srgbClr val="D9DDE1"/>
          </a:solidFill>
          <a:ln/>
        </p:spPr>
      </p:sp>
      <p:sp>
        <p:nvSpPr>
          <p:cNvPr id="102" name="Shape 100"/>
          <p:cNvSpPr/>
          <p:nvPr/>
        </p:nvSpPr>
        <p:spPr>
          <a:xfrm>
            <a:off x="6556248" y="909828"/>
            <a:ext cx="850392" cy="676656"/>
          </a:xfrm>
          <a:prstGeom prst="roundRect">
            <a:avLst>
              <a:gd name="adj" fmla="val 6757"/>
            </a:avLst>
          </a:prstGeom>
          <a:solidFill>
            <a:srgbClr val="FFFFFF"/>
          </a:solidFill>
          <a:ln/>
        </p:spPr>
      </p:sp>
      <p:sp>
        <p:nvSpPr>
          <p:cNvPr id="103" name="Text 101"/>
          <p:cNvSpPr txBox="1"/>
          <p:nvPr/>
        </p:nvSpPr>
        <p:spPr>
          <a:xfrm>
            <a:off x="6611112"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Bruno</a:t>
            </a:r>
            <a:endParaRPr lang="en-US" sz="700" dirty="0"/>
          </a:p>
        </p:txBody>
      </p:sp>
      <p:sp>
        <p:nvSpPr>
          <p:cNvPr id="104" name="Shape 102"/>
          <p:cNvSpPr/>
          <p:nvPr/>
        </p:nvSpPr>
        <p:spPr>
          <a:xfrm>
            <a:off x="6611112" y="1165860"/>
            <a:ext cx="740664" cy="41148"/>
          </a:xfrm>
          <a:prstGeom prst="rect">
            <a:avLst/>
          </a:prstGeom>
          <a:solidFill>
            <a:srgbClr val="D9DDE1"/>
          </a:solidFill>
          <a:ln/>
        </p:spPr>
      </p:sp>
      <p:sp>
        <p:nvSpPr>
          <p:cNvPr id="105" name="Shape 103"/>
          <p:cNvSpPr/>
          <p:nvPr/>
        </p:nvSpPr>
        <p:spPr>
          <a:xfrm>
            <a:off x="6611112" y="1284732"/>
            <a:ext cx="740664" cy="41148"/>
          </a:xfrm>
          <a:prstGeom prst="rect">
            <a:avLst/>
          </a:prstGeom>
          <a:solidFill>
            <a:srgbClr val="D9DDE1"/>
          </a:solidFill>
          <a:ln/>
        </p:spPr>
      </p:sp>
      <p:sp>
        <p:nvSpPr>
          <p:cNvPr id="106" name="Shape 104"/>
          <p:cNvSpPr/>
          <p:nvPr/>
        </p:nvSpPr>
        <p:spPr>
          <a:xfrm>
            <a:off x="6611112" y="1403604"/>
            <a:ext cx="407365" cy="41148"/>
          </a:xfrm>
          <a:prstGeom prst="rect">
            <a:avLst/>
          </a:prstGeom>
          <a:solidFill>
            <a:srgbClr val="D9DDE1"/>
          </a:solidFill>
          <a:ln/>
        </p:spPr>
      </p:sp>
      <p:sp>
        <p:nvSpPr>
          <p:cNvPr id="107" name="Shape 105"/>
          <p:cNvSpPr/>
          <p:nvPr/>
        </p:nvSpPr>
        <p:spPr>
          <a:xfrm>
            <a:off x="7456932" y="909828"/>
            <a:ext cx="850392" cy="676656"/>
          </a:xfrm>
          <a:prstGeom prst="roundRect">
            <a:avLst>
              <a:gd name="adj" fmla="val 6757"/>
            </a:avLst>
          </a:prstGeom>
          <a:solidFill>
            <a:srgbClr val="FFFFFF"/>
          </a:solidFill>
          <a:ln/>
        </p:spPr>
      </p:sp>
      <p:sp>
        <p:nvSpPr>
          <p:cNvPr id="108" name="Text 106"/>
          <p:cNvSpPr txBox="1"/>
          <p:nvPr/>
        </p:nvSpPr>
        <p:spPr>
          <a:xfrm>
            <a:off x="7511796"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Luna</a:t>
            </a:r>
            <a:endParaRPr lang="en-US" sz="700" dirty="0"/>
          </a:p>
        </p:txBody>
      </p:sp>
      <p:sp>
        <p:nvSpPr>
          <p:cNvPr id="109" name="Shape 107"/>
          <p:cNvSpPr/>
          <p:nvPr/>
        </p:nvSpPr>
        <p:spPr>
          <a:xfrm>
            <a:off x="7511796" y="1165860"/>
            <a:ext cx="740664" cy="41148"/>
          </a:xfrm>
          <a:prstGeom prst="rect">
            <a:avLst/>
          </a:prstGeom>
          <a:solidFill>
            <a:srgbClr val="D9DDE1"/>
          </a:solidFill>
          <a:ln/>
        </p:spPr>
      </p:sp>
      <p:sp>
        <p:nvSpPr>
          <p:cNvPr id="110" name="Shape 108"/>
          <p:cNvSpPr/>
          <p:nvPr/>
        </p:nvSpPr>
        <p:spPr>
          <a:xfrm>
            <a:off x="7511796" y="1284732"/>
            <a:ext cx="740664" cy="41148"/>
          </a:xfrm>
          <a:prstGeom prst="rect">
            <a:avLst/>
          </a:prstGeom>
          <a:solidFill>
            <a:srgbClr val="D9DDE1"/>
          </a:solidFill>
          <a:ln/>
        </p:spPr>
      </p:sp>
      <p:sp>
        <p:nvSpPr>
          <p:cNvPr id="111" name="Shape 109"/>
          <p:cNvSpPr/>
          <p:nvPr/>
        </p:nvSpPr>
        <p:spPr>
          <a:xfrm>
            <a:off x="7511796" y="1403604"/>
            <a:ext cx="407365" cy="41148"/>
          </a:xfrm>
          <a:prstGeom prst="rect">
            <a:avLst/>
          </a:prstGeom>
          <a:solidFill>
            <a:srgbClr val="D9DDE1"/>
          </a:solidFill>
          <a:ln/>
        </p:spPr>
      </p:sp>
      <p:sp>
        <p:nvSpPr>
          <p:cNvPr id="112" name="Shape 110"/>
          <p:cNvSpPr/>
          <p:nvPr/>
        </p:nvSpPr>
        <p:spPr>
          <a:xfrm>
            <a:off x="8357616" y="909828"/>
            <a:ext cx="850392" cy="676656"/>
          </a:xfrm>
          <a:prstGeom prst="roundRect">
            <a:avLst>
              <a:gd name="adj" fmla="val 6757"/>
            </a:avLst>
          </a:prstGeom>
          <a:solidFill>
            <a:srgbClr val="FFFFFF"/>
          </a:solidFill>
          <a:ln/>
        </p:spPr>
      </p:sp>
      <p:sp>
        <p:nvSpPr>
          <p:cNvPr id="113" name="Text 111"/>
          <p:cNvSpPr txBox="1"/>
          <p:nvPr/>
        </p:nvSpPr>
        <p:spPr>
          <a:xfrm>
            <a:off x="8412480"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Jazmin</a:t>
            </a:r>
            <a:endParaRPr lang="en-US" sz="700" dirty="0"/>
          </a:p>
        </p:txBody>
      </p:sp>
      <p:sp>
        <p:nvSpPr>
          <p:cNvPr id="114" name="Shape 112"/>
          <p:cNvSpPr/>
          <p:nvPr/>
        </p:nvSpPr>
        <p:spPr>
          <a:xfrm>
            <a:off x="8412480" y="1165860"/>
            <a:ext cx="740664" cy="41148"/>
          </a:xfrm>
          <a:prstGeom prst="rect">
            <a:avLst/>
          </a:prstGeom>
          <a:solidFill>
            <a:srgbClr val="D9DDE1"/>
          </a:solidFill>
          <a:ln/>
        </p:spPr>
      </p:sp>
      <p:sp>
        <p:nvSpPr>
          <p:cNvPr id="115" name="Shape 113"/>
          <p:cNvSpPr/>
          <p:nvPr/>
        </p:nvSpPr>
        <p:spPr>
          <a:xfrm>
            <a:off x="8412480" y="1284732"/>
            <a:ext cx="740664" cy="41148"/>
          </a:xfrm>
          <a:prstGeom prst="rect">
            <a:avLst/>
          </a:prstGeom>
          <a:solidFill>
            <a:srgbClr val="D9DDE1"/>
          </a:solidFill>
          <a:ln/>
        </p:spPr>
      </p:sp>
      <p:sp>
        <p:nvSpPr>
          <p:cNvPr id="116" name="Shape 114"/>
          <p:cNvSpPr/>
          <p:nvPr/>
        </p:nvSpPr>
        <p:spPr>
          <a:xfrm>
            <a:off x="8412480" y="1403604"/>
            <a:ext cx="407365" cy="41148"/>
          </a:xfrm>
          <a:prstGeom prst="rect">
            <a:avLst/>
          </a:prstGeom>
          <a:solidFill>
            <a:srgbClr val="D9DDE1"/>
          </a:solidFill>
          <a:ln/>
        </p:spPr>
      </p:sp>
      <p:sp>
        <p:nvSpPr>
          <p:cNvPr id="117" name="Shape 115"/>
          <p:cNvSpPr/>
          <p:nvPr/>
        </p:nvSpPr>
        <p:spPr>
          <a:xfrm>
            <a:off x="9258300" y="909828"/>
            <a:ext cx="850392" cy="676656"/>
          </a:xfrm>
          <a:prstGeom prst="roundRect">
            <a:avLst>
              <a:gd name="adj" fmla="val 6757"/>
            </a:avLst>
          </a:prstGeom>
          <a:solidFill>
            <a:srgbClr val="FFFFFF"/>
          </a:solidFill>
          <a:ln/>
        </p:spPr>
      </p:sp>
      <p:sp>
        <p:nvSpPr>
          <p:cNvPr id="118" name="Text 116"/>
          <p:cNvSpPr txBox="1"/>
          <p:nvPr/>
        </p:nvSpPr>
        <p:spPr>
          <a:xfrm>
            <a:off x="9313164"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Gonzalo</a:t>
            </a:r>
            <a:endParaRPr lang="en-US" sz="700" dirty="0"/>
          </a:p>
        </p:txBody>
      </p:sp>
      <p:sp>
        <p:nvSpPr>
          <p:cNvPr id="119" name="Shape 117"/>
          <p:cNvSpPr/>
          <p:nvPr/>
        </p:nvSpPr>
        <p:spPr>
          <a:xfrm>
            <a:off x="9313164" y="1165860"/>
            <a:ext cx="740664" cy="41148"/>
          </a:xfrm>
          <a:prstGeom prst="rect">
            <a:avLst/>
          </a:prstGeom>
          <a:solidFill>
            <a:srgbClr val="D9DDE1"/>
          </a:solidFill>
          <a:ln/>
        </p:spPr>
      </p:sp>
      <p:sp>
        <p:nvSpPr>
          <p:cNvPr id="120" name="Shape 118"/>
          <p:cNvSpPr/>
          <p:nvPr/>
        </p:nvSpPr>
        <p:spPr>
          <a:xfrm>
            <a:off x="9313164" y="1284732"/>
            <a:ext cx="740664" cy="41148"/>
          </a:xfrm>
          <a:prstGeom prst="rect">
            <a:avLst/>
          </a:prstGeom>
          <a:solidFill>
            <a:srgbClr val="D9DDE1"/>
          </a:solidFill>
          <a:ln/>
        </p:spPr>
      </p:sp>
      <p:sp>
        <p:nvSpPr>
          <p:cNvPr id="121" name="Shape 119"/>
          <p:cNvSpPr/>
          <p:nvPr/>
        </p:nvSpPr>
        <p:spPr>
          <a:xfrm>
            <a:off x="9313164" y="1403604"/>
            <a:ext cx="407365" cy="41148"/>
          </a:xfrm>
          <a:prstGeom prst="rect">
            <a:avLst/>
          </a:prstGeom>
          <a:solidFill>
            <a:srgbClr val="D9DDE1"/>
          </a:solidFill>
          <a:ln/>
        </p:spPr>
      </p:sp>
      <p:sp>
        <p:nvSpPr>
          <p:cNvPr id="122" name="Shape 120"/>
          <p:cNvSpPr/>
          <p:nvPr/>
        </p:nvSpPr>
        <p:spPr>
          <a:xfrm>
            <a:off x="10158984" y="909828"/>
            <a:ext cx="850392" cy="676656"/>
          </a:xfrm>
          <a:prstGeom prst="roundRect">
            <a:avLst>
              <a:gd name="adj" fmla="val 6757"/>
            </a:avLst>
          </a:prstGeom>
          <a:solidFill>
            <a:srgbClr val="FFFFFF"/>
          </a:solidFill>
          <a:ln/>
        </p:spPr>
      </p:sp>
      <p:sp>
        <p:nvSpPr>
          <p:cNvPr id="123" name="Text 121"/>
          <p:cNvSpPr txBox="1"/>
          <p:nvPr/>
        </p:nvSpPr>
        <p:spPr>
          <a:xfrm>
            <a:off x="10213848"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Abril</a:t>
            </a:r>
            <a:endParaRPr lang="en-US" sz="700" dirty="0"/>
          </a:p>
        </p:txBody>
      </p:sp>
      <p:sp>
        <p:nvSpPr>
          <p:cNvPr id="124" name="Shape 122"/>
          <p:cNvSpPr/>
          <p:nvPr/>
        </p:nvSpPr>
        <p:spPr>
          <a:xfrm>
            <a:off x="10213848" y="1165860"/>
            <a:ext cx="740664" cy="41148"/>
          </a:xfrm>
          <a:prstGeom prst="rect">
            <a:avLst/>
          </a:prstGeom>
          <a:solidFill>
            <a:srgbClr val="D9DDE1"/>
          </a:solidFill>
          <a:ln/>
        </p:spPr>
      </p:sp>
      <p:sp>
        <p:nvSpPr>
          <p:cNvPr id="125" name="Shape 123"/>
          <p:cNvSpPr/>
          <p:nvPr/>
        </p:nvSpPr>
        <p:spPr>
          <a:xfrm>
            <a:off x="10213848" y="1284732"/>
            <a:ext cx="740664" cy="41148"/>
          </a:xfrm>
          <a:prstGeom prst="rect">
            <a:avLst/>
          </a:prstGeom>
          <a:solidFill>
            <a:srgbClr val="D9DDE1"/>
          </a:solidFill>
          <a:ln/>
        </p:spPr>
      </p:sp>
      <p:sp>
        <p:nvSpPr>
          <p:cNvPr id="126" name="Shape 124"/>
          <p:cNvSpPr/>
          <p:nvPr/>
        </p:nvSpPr>
        <p:spPr>
          <a:xfrm>
            <a:off x="10213848" y="1403604"/>
            <a:ext cx="407365" cy="41148"/>
          </a:xfrm>
          <a:prstGeom prst="rect">
            <a:avLst/>
          </a:prstGeom>
          <a:solidFill>
            <a:srgbClr val="D9DDE1"/>
          </a:solidFill>
          <a:ln/>
        </p:spPr>
      </p:sp>
      <p:sp>
        <p:nvSpPr>
          <p:cNvPr id="127" name="Shape 125"/>
          <p:cNvSpPr/>
          <p:nvPr/>
        </p:nvSpPr>
        <p:spPr>
          <a:xfrm>
            <a:off x="11059668" y="909828"/>
            <a:ext cx="850392" cy="676656"/>
          </a:xfrm>
          <a:prstGeom prst="roundRect">
            <a:avLst>
              <a:gd name="adj" fmla="val 6757"/>
            </a:avLst>
          </a:prstGeom>
          <a:solidFill>
            <a:srgbClr val="FFFFFF"/>
          </a:solidFill>
          <a:ln/>
        </p:spPr>
      </p:sp>
      <p:sp>
        <p:nvSpPr>
          <p:cNvPr id="128" name="Text 126"/>
          <p:cNvSpPr txBox="1"/>
          <p:nvPr/>
        </p:nvSpPr>
        <p:spPr>
          <a:xfrm>
            <a:off x="11114532" y="95554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Tomas</a:t>
            </a:r>
            <a:endParaRPr lang="en-US" sz="700" dirty="0"/>
          </a:p>
        </p:txBody>
      </p:sp>
      <p:sp>
        <p:nvSpPr>
          <p:cNvPr id="129" name="Shape 127"/>
          <p:cNvSpPr/>
          <p:nvPr/>
        </p:nvSpPr>
        <p:spPr>
          <a:xfrm>
            <a:off x="11114532" y="1165860"/>
            <a:ext cx="740664" cy="41148"/>
          </a:xfrm>
          <a:prstGeom prst="rect">
            <a:avLst/>
          </a:prstGeom>
          <a:solidFill>
            <a:srgbClr val="D9DDE1"/>
          </a:solidFill>
          <a:ln/>
        </p:spPr>
      </p:sp>
      <p:sp>
        <p:nvSpPr>
          <p:cNvPr id="130" name="Shape 128"/>
          <p:cNvSpPr/>
          <p:nvPr/>
        </p:nvSpPr>
        <p:spPr>
          <a:xfrm>
            <a:off x="11114532" y="1284732"/>
            <a:ext cx="740664" cy="41148"/>
          </a:xfrm>
          <a:prstGeom prst="rect">
            <a:avLst/>
          </a:prstGeom>
          <a:solidFill>
            <a:srgbClr val="D9DDE1"/>
          </a:solidFill>
          <a:ln/>
        </p:spPr>
      </p:sp>
      <p:sp>
        <p:nvSpPr>
          <p:cNvPr id="131" name="Shape 129"/>
          <p:cNvSpPr/>
          <p:nvPr/>
        </p:nvSpPr>
        <p:spPr>
          <a:xfrm>
            <a:off x="11114532" y="1403604"/>
            <a:ext cx="407365" cy="41148"/>
          </a:xfrm>
          <a:prstGeom prst="rect">
            <a:avLst/>
          </a:prstGeom>
          <a:solidFill>
            <a:srgbClr val="D9DDE1"/>
          </a:solidFill>
          <a:ln/>
        </p:spPr>
      </p:sp>
      <p:sp>
        <p:nvSpPr>
          <p:cNvPr id="132" name="Shape 130"/>
          <p:cNvSpPr/>
          <p:nvPr/>
        </p:nvSpPr>
        <p:spPr>
          <a:xfrm>
            <a:off x="251460" y="1636776"/>
            <a:ext cx="850392" cy="676656"/>
          </a:xfrm>
          <a:prstGeom prst="roundRect">
            <a:avLst>
              <a:gd name="adj" fmla="val 6757"/>
            </a:avLst>
          </a:prstGeom>
          <a:solidFill>
            <a:srgbClr val="FFFFFF"/>
          </a:solidFill>
          <a:ln/>
        </p:spPr>
      </p:sp>
      <p:sp>
        <p:nvSpPr>
          <p:cNvPr id="133" name="Text 131"/>
          <p:cNvSpPr txBox="1"/>
          <p:nvPr/>
        </p:nvSpPr>
        <p:spPr>
          <a:xfrm>
            <a:off x="306324"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Paula</a:t>
            </a:r>
            <a:endParaRPr lang="en-US" sz="700" dirty="0"/>
          </a:p>
        </p:txBody>
      </p:sp>
      <p:sp>
        <p:nvSpPr>
          <p:cNvPr id="134" name="Shape 132"/>
          <p:cNvSpPr/>
          <p:nvPr/>
        </p:nvSpPr>
        <p:spPr>
          <a:xfrm>
            <a:off x="306324" y="1892808"/>
            <a:ext cx="740664" cy="41148"/>
          </a:xfrm>
          <a:prstGeom prst="rect">
            <a:avLst/>
          </a:prstGeom>
          <a:solidFill>
            <a:srgbClr val="D9DDE1"/>
          </a:solidFill>
          <a:ln/>
        </p:spPr>
      </p:sp>
      <p:sp>
        <p:nvSpPr>
          <p:cNvPr id="135" name="Shape 133"/>
          <p:cNvSpPr/>
          <p:nvPr/>
        </p:nvSpPr>
        <p:spPr>
          <a:xfrm>
            <a:off x="306324" y="2011680"/>
            <a:ext cx="740664" cy="41148"/>
          </a:xfrm>
          <a:prstGeom prst="rect">
            <a:avLst/>
          </a:prstGeom>
          <a:solidFill>
            <a:srgbClr val="D9DDE1"/>
          </a:solidFill>
          <a:ln/>
        </p:spPr>
      </p:sp>
      <p:sp>
        <p:nvSpPr>
          <p:cNvPr id="136" name="Shape 134"/>
          <p:cNvSpPr/>
          <p:nvPr/>
        </p:nvSpPr>
        <p:spPr>
          <a:xfrm>
            <a:off x="306324" y="2130552"/>
            <a:ext cx="407365" cy="41148"/>
          </a:xfrm>
          <a:prstGeom prst="rect">
            <a:avLst/>
          </a:prstGeom>
          <a:solidFill>
            <a:srgbClr val="D9DDE1"/>
          </a:solidFill>
          <a:ln/>
        </p:spPr>
      </p:sp>
      <p:sp>
        <p:nvSpPr>
          <p:cNvPr id="137" name="Shape 135"/>
          <p:cNvSpPr/>
          <p:nvPr/>
        </p:nvSpPr>
        <p:spPr>
          <a:xfrm>
            <a:off x="1152144" y="1636776"/>
            <a:ext cx="850392" cy="676656"/>
          </a:xfrm>
          <a:prstGeom prst="roundRect">
            <a:avLst>
              <a:gd name="adj" fmla="val 6757"/>
            </a:avLst>
          </a:prstGeom>
          <a:solidFill>
            <a:srgbClr val="FFFFFF"/>
          </a:solidFill>
          <a:ln/>
        </p:spPr>
      </p:sp>
      <p:sp>
        <p:nvSpPr>
          <p:cNvPr id="138" name="Text 136"/>
          <p:cNvSpPr txBox="1"/>
          <p:nvPr/>
        </p:nvSpPr>
        <p:spPr>
          <a:xfrm>
            <a:off x="1207008"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Luca</a:t>
            </a:r>
            <a:endParaRPr lang="en-US" sz="700" dirty="0"/>
          </a:p>
        </p:txBody>
      </p:sp>
      <p:sp>
        <p:nvSpPr>
          <p:cNvPr id="139" name="Shape 137"/>
          <p:cNvSpPr/>
          <p:nvPr/>
        </p:nvSpPr>
        <p:spPr>
          <a:xfrm>
            <a:off x="1207008" y="1892808"/>
            <a:ext cx="740664" cy="41148"/>
          </a:xfrm>
          <a:prstGeom prst="rect">
            <a:avLst/>
          </a:prstGeom>
          <a:solidFill>
            <a:srgbClr val="D9DDE1"/>
          </a:solidFill>
          <a:ln/>
        </p:spPr>
      </p:sp>
      <p:sp>
        <p:nvSpPr>
          <p:cNvPr id="140" name="Shape 138"/>
          <p:cNvSpPr/>
          <p:nvPr/>
        </p:nvSpPr>
        <p:spPr>
          <a:xfrm>
            <a:off x="1207008" y="2011680"/>
            <a:ext cx="740664" cy="41148"/>
          </a:xfrm>
          <a:prstGeom prst="rect">
            <a:avLst/>
          </a:prstGeom>
          <a:solidFill>
            <a:srgbClr val="D9DDE1"/>
          </a:solidFill>
          <a:ln/>
        </p:spPr>
      </p:sp>
      <p:sp>
        <p:nvSpPr>
          <p:cNvPr id="141" name="Shape 139"/>
          <p:cNvSpPr/>
          <p:nvPr/>
        </p:nvSpPr>
        <p:spPr>
          <a:xfrm>
            <a:off x="1207008" y="2130552"/>
            <a:ext cx="407365" cy="41148"/>
          </a:xfrm>
          <a:prstGeom prst="rect">
            <a:avLst/>
          </a:prstGeom>
          <a:solidFill>
            <a:srgbClr val="D9DDE1"/>
          </a:solidFill>
          <a:ln/>
        </p:spPr>
      </p:sp>
      <p:sp>
        <p:nvSpPr>
          <p:cNvPr id="142" name="Shape 140"/>
          <p:cNvSpPr/>
          <p:nvPr/>
        </p:nvSpPr>
        <p:spPr>
          <a:xfrm>
            <a:off x="2052828" y="1636776"/>
            <a:ext cx="850392" cy="676656"/>
          </a:xfrm>
          <a:prstGeom prst="roundRect">
            <a:avLst>
              <a:gd name="adj" fmla="val 6757"/>
            </a:avLst>
          </a:prstGeom>
          <a:solidFill>
            <a:srgbClr val="FFFFFF"/>
          </a:solidFill>
          <a:ln/>
        </p:spPr>
      </p:sp>
      <p:sp>
        <p:nvSpPr>
          <p:cNvPr id="143" name="Text 141"/>
          <p:cNvSpPr txBox="1"/>
          <p:nvPr/>
        </p:nvSpPr>
        <p:spPr>
          <a:xfrm>
            <a:off x="2107692"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Milagros</a:t>
            </a:r>
            <a:endParaRPr lang="en-US" sz="700" dirty="0"/>
          </a:p>
        </p:txBody>
      </p:sp>
      <p:sp>
        <p:nvSpPr>
          <p:cNvPr id="144" name="Shape 142"/>
          <p:cNvSpPr/>
          <p:nvPr/>
        </p:nvSpPr>
        <p:spPr>
          <a:xfrm>
            <a:off x="2107692" y="1892808"/>
            <a:ext cx="740664" cy="41148"/>
          </a:xfrm>
          <a:prstGeom prst="rect">
            <a:avLst/>
          </a:prstGeom>
          <a:solidFill>
            <a:srgbClr val="D9DDE1"/>
          </a:solidFill>
          <a:ln/>
        </p:spPr>
      </p:sp>
      <p:sp>
        <p:nvSpPr>
          <p:cNvPr id="145" name="Shape 143"/>
          <p:cNvSpPr/>
          <p:nvPr/>
        </p:nvSpPr>
        <p:spPr>
          <a:xfrm>
            <a:off x="2107692" y="2011680"/>
            <a:ext cx="740664" cy="41148"/>
          </a:xfrm>
          <a:prstGeom prst="rect">
            <a:avLst/>
          </a:prstGeom>
          <a:solidFill>
            <a:srgbClr val="D9DDE1"/>
          </a:solidFill>
          <a:ln/>
        </p:spPr>
      </p:sp>
      <p:sp>
        <p:nvSpPr>
          <p:cNvPr id="146" name="Shape 144"/>
          <p:cNvSpPr/>
          <p:nvPr/>
        </p:nvSpPr>
        <p:spPr>
          <a:xfrm>
            <a:off x="2107692" y="2130552"/>
            <a:ext cx="407365" cy="41148"/>
          </a:xfrm>
          <a:prstGeom prst="rect">
            <a:avLst/>
          </a:prstGeom>
          <a:solidFill>
            <a:srgbClr val="D9DDE1"/>
          </a:solidFill>
          <a:ln/>
        </p:spPr>
      </p:sp>
      <p:sp>
        <p:nvSpPr>
          <p:cNvPr id="147" name="Shape 145"/>
          <p:cNvSpPr/>
          <p:nvPr/>
        </p:nvSpPr>
        <p:spPr>
          <a:xfrm>
            <a:off x="2953512" y="1636776"/>
            <a:ext cx="850392" cy="676656"/>
          </a:xfrm>
          <a:prstGeom prst="roundRect">
            <a:avLst>
              <a:gd name="adj" fmla="val 6757"/>
            </a:avLst>
          </a:prstGeom>
          <a:solidFill>
            <a:srgbClr val="FFFFFF"/>
          </a:solidFill>
          <a:ln/>
        </p:spPr>
      </p:sp>
      <p:sp>
        <p:nvSpPr>
          <p:cNvPr id="148" name="Text 146"/>
          <p:cNvSpPr txBox="1"/>
          <p:nvPr/>
        </p:nvSpPr>
        <p:spPr>
          <a:xfrm>
            <a:off x="3008376"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Rodrigo</a:t>
            </a:r>
            <a:endParaRPr lang="en-US" sz="700" dirty="0"/>
          </a:p>
        </p:txBody>
      </p:sp>
      <p:sp>
        <p:nvSpPr>
          <p:cNvPr id="149" name="Shape 147"/>
          <p:cNvSpPr/>
          <p:nvPr/>
        </p:nvSpPr>
        <p:spPr>
          <a:xfrm>
            <a:off x="3008376" y="1892808"/>
            <a:ext cx="740664" cy="41148"/>
          </a:xfrm>
          <a:prstGeom prst="rect">
            <a:avLst/>
          </a:prstGeom>
          <a:solidFill>
            <a:srgbClr val="D9DDE1"/>
          </a:solidFill>
          <a:ln/>
        </p:spPr>
      </p:sp>
      <p:sp>
        <p:nvSpPr>
          <p:cNvPr id="150" name="Shape 148"/>
          <p:cNvSpPr/>
          <p:nvPr/>
        </p:nvSpPr>
        <p:spPr>
          <a:xfrm>
            <a:off x="3008376" y="2011680"/>
            <a:ext cx="740664" cy="41148"/>
          </a:xfrm>
          <a:prstGeom prst="rect">
            <a:avLst/>
          </a:prstGeom>
          <a:solidFill>
            <a:srgbClr val="D9DDE1"/>
          </a:solidFill>
          <a:ln/>
        </p:spPr>
      </p:sp>
      <p:sp>
        <p:nvSpPr>
          <p:cNvPr id="151" name="Shape 149"/>
          <p:cNvSpPr/>
          <p:nvPr/>
        </p:nvSpPr>
        <p:spPr>
          <a:xfrm>
            <a:off x="3008376" y="2130552"/>
            <a:ext cx="407365" cy="41148"/>
          </a:xfrm>
          <a:prstGeom prst="rect">
            <a:avLst/>
          </a:prstGeom>
          <a:solidFill>
            <a:srgbClr val="D9DDE1"/>
          </a:solidFill>
          <a:ln/>
        </p:spPr>
      </p:sp>
      <p:sp>
        <p:nvSpPr>
          <p:cNvPr id="152" name="Shape 150"/>
          <p:cNvSpPr/>
          <p:nvPr/>
        </p:nvSpPr>
        <p:spPr>
          <a:xfrm>
            <a:off x="3854196" y="1636776"/>
            <a:ext cx="850392" cy="676656"/>
          </a:xfrm>
          <a:prstGeom prst="roundRect">
            <a:avLst>
              <a:gd name="adj" fmla="val 6757"/>
            </a:avLst>
          </a:prstGeom>
          <a:solidFill>
            <a:srgbClr val="FFFFFF"/>
          </a:solidFill>
          <a:ln/>
        </p:spPr>
      </p:sp>
      <p:sp>
        <p:nvSpPr>
          <p:cNvPr id="153" name="Text 151"/>
          <p:cNvSpPr txBox="1"/>
          <p:nvPr/>
        </p:nvSpPr>
        <p:spPr>
          <a:xfrm>
            <a:off x="3909060"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Zoe</a:t>
            </a:r>
            <a:endParaRPr lang="en-US" sz="700" dirty="0"/>
          </a:p>
        </p:txBody>
      </p:sp>
      <p:sp>
        <p:nvSpPr>
          <p:cNvPr id="154" name="Shape 152"/>
          <p:cNvSpPr/>
          <p:nvPr/>
        </p:nvSpPr>
        <p:spPr>
          <a:xfrm>
            <a:off x="3909060" y="1892808"/>
            <a:ext cx="740664" cy="41148"/>
          </a:xfrm>
          <a:prstGeom prst="rect">
            <a:avLst/>
          </a:prstGeom>
          <a:solidFill>
            <a:srgbClr val="D9DDE1"/>
          </a:solidFill>
          <a:ln/>
        </p:spPr>
      </p:sp>
      <p:sp>
        <p:nvSpPr>
          <p:cNvPr id="155" name="Shape 153"/>
          <p:cNvSpPr/>
          <p:nvPr/>
        </p:nvSpPr>
        <p:spPr>
          <a:xfrm>
            <a:off x="3909060" y="2011680"/>
            <a:ext cx="740664" cy="41148"/>
          </a:xfrm>
          <a:prstGeom prst="rect">
            <a:avLst/>
          </a:prstGeom>
          <a:solidFill>
            <a:srgbClr val="D9DDE1"/>
          </a:solidFill>
          <a:ln/>
        </p:spPr>
      </p:sp>
      <p:sp>
        <p:nvSpPr>
          <p:cNvPr id="156" name="Shape 154"/>
          <p:cNvSpPr/>
          <p:nvPr/>
        </p:nvSpPr>
        <p:spPr>
          <a:xfrm>
            <a:off x="3909060" y="2130552"/>
            <a:ext cx="407365" cy="41148"/>
          </a:xfrm>
          <a:prstGeom prst="rect">
            <a:avLst/>
          </a:prstGeom>
          <a:solidFill>
            <a:srgbClr val="D9DDE1"/>
          </a:solidFill>
          <a:ln/>
        </p:spPr>
      </p:sp>
      <p:sp>
        <p:nvSpPr>
          <p:cNvPr id="157" name="Shape 155"/>
          <p:cNvSpPr/>
          <p:nvPr/>
        </p:nvSpPr>
        <p:spPr>
          <a:xfrm>
            <a:off x="4754880" y="1636776"/>
            <a:ext cx="850392" cy="676656"/>
          </a:xfrm>
          <a:prstGeom prst="roundRect">
            <a:avLst>
              <a:gd name="adj" fmla="val 6757"/>
            </a:avLst>
          </a:prstGeom>
          <a:solidFill>
            <a:srgbClr val="FFFFFF"/>
          </a:solidFill>
          <a:ln/>
        </p:spPr>
      </p:sp>
      <p:sp>
        <p:nvSpPr>
          <p:cNvPr id="158" name="Text 156"/>
          <p:cNvSpPr txBox="1"/>
          <p:nvPr/>
        </p:nvSpPr>
        <p:spPr>
          <a:xfrm>
            <a:off x="4809744"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Constanza</a:t>
            </a:r>
            <a:endParaRPr lang="en-US" sz="700" dirty="0"/>
          </a:p>
        </p:txBody>
      </p:sp>
      <p:sp>
        <p:nvSpPr>
          <p:cNvPr id="159" name="Shape 157"/>
          <p:cNvSpPr/>
          <p:nvPr/>
        </p:nvSpPr>
        <p:spPr>
          <a:xfrm>
            <a:off x="4809744" y="1892808"/>
            <a:ext cx="740664" cy="41148"/>
          </a:xfrm>
          <a:prstGeom prst="rect">
            <a:avLst/>
          </a:prstGeom>
          <a:solidFill>
            <a:srgbClr val="D9DDE1"/>
          </a:solidFill>
          <a:ln/>
        </p:spPr>
      </p:sp>
      <p:sp>
        <p:nvSpPr>
          <p:cNvPr id="160" name="Shape 158"/>
          <p:cNvSpPr/>
          <p:nvPr/>
        </p:nvSpPr>
        <p:spPr>
          <a:xfrm>
            <a:off x="4809744" y="2011680"/>
            <a:ext cx="740664" cy="41148"/>
          </a:xfrm>
          <a:prstGeom prst="rect">
            <a:avLst/>
          </a:prstGeom>
          <a:solidFill>
            <a:srgbClr val="D9DDE1"/>
          </a:solidFill>
          <a:ln/>
        </p:spPr>
      </p:sp>
      <p:sp>
        <p:nvSpPr>
          <p:cNvPr id="161" name="Shape 159"/>
          <p:cNvSpPr/>
          <p:nvPr/>
        </p:nvSpPr>
        <p:spPr>
          <a:xfrm>
            <a:off x="4809744" y="2130552"/>
            <a:ext cx="407365" cy="41148"/>
          </a:xfrm>
          <a:prstGeom prst="rect">
            <a:avLst/>
          </a:prstGeom>
          <a:solidFill>
            <a:srgbClr val="D9DDE1"/>
          </a:solidFill>
          <a:ln/>
        </p:spPr>
      </p:sp>
      <p:sp>
        <p:nvSpPr>
          <p:cNvPr id="162" name="Shape 160"/>
          <p:cNvSpPr/>
          <p:nvPr/>
        </p:nvSpPr>
        <p:spPr>
          <a:xfrm>
            <a:off x="5655564" y="1636776"/>
            <a:ext cx="850392" cy="676656"/>
          </a:xfrm>
          <a:prstGeom prst="roundRect">
            <a:avLst>
              <a:gd name="adj" fmla="val 6757"/>
            </a:avLst>
          </a:prstGeom>
          <a:solidFill>
            <a:srgbClr val="FFFFFF"/>
          </a:solidFill>
          <a:ln/>
        </p:spPr>
      </p:sp>
      <p:sp>
        <p:nvSpPr>
          <p:cNvPr id="163" name="Text 161"/>
          <p:cNvSpPr txBox="1"/>
          <p:nvPr/>
        </p:nvSpPr>
        <p:spPr>
          <a:xfrm>
            <a:off x="5710428"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Alma</a:t>
            </a:r>
            <a:endParaRPr lang="en-US" sz="700" dirty="0"/>
          </a:p>
        </p:txBody>
      </p:sp>
      <p:sp>
        <p:nvSpPr>
          <p:cNvPr id="164" name="Shape 162"/>
          <p:cNvSpPr/>
          <p:nvPr/>
        </p:nvSpPr>
        <p:spPr>
          <a:xfrm>
            <a:off x="5710428" y="1892808"/>
            <a:ext cx="740664" cy="41148"/>
          </a:xfrm>
          <a:prstGeom prst="rect">
            <a:avLst/>
          </a:prstGeom>
          <a:solidFill>
            <a:srgbClr val="D9DDE1"/>
          </a:solidFill>
          <a:ln/>
        </p:spPr>
      </p:sp>
      <p:sp>
        <p:nvSpPr>
          <p:cNvPr id="165" name="Shape 163"/>
          <p:cNvSpPr/>
          <p:nvPr/>
        </p:nvSpPr>
        <p:spPr>
          <a:xfrm>
            <a:off x="5710428" y="2011680"/>
            <a:ext cx="740664" cy="41148"/>
          </a:xfrm>
          <a:prstGeom prst="rect">
            <a:avLst/>
          </a:prstGeom>
          <a:solidFill>
            <a:srgbClr val="D9DDE1"/>
          </a:solidFill>
          <a:ln/>
        </p:spPr>
      </p:sp>
      <p:sp>
        <p:nvSpPr>
          <p:cNvPr id="166" name="Shape 164"/>
          <p:cNvSpPr/>
          <p:nvPr/>
        </p:nvSpPr>
        <p:spPr>
          <a:xfrm>
            <a:off x="5710428" y="2130552"/>
            <a:ext cx="407365" cy="41148"/>
          </a:xfrm>
          <a:prstGeom prst="rect">
            <a:avLst/>
          </a:prstGeom>
          <a:solidFill>
            <a:srgbClr val="D9DDE1"/>
          </a:solidFill>
          <a:ln/>
        </p:spPr>
      </p:sp>
      <p:sp>
        <p:nvSpPr>
          <p:cNvPr id="167" name="Shape 165"/>
          <p:cNvSpPr/>
          <p:nvPr/>
        </p:nvSpPr>
        <p:spPr>
          <a:xfrm>
            <a:off x="6556248" y="1636776"/>
            <a:ext cx="850392" cy="676656"/>
          </a:xfrm>
          <a:prstGeom prst="roundRect">
            <a:avLst>
              <a:gd name="adj" fmla="val 6757"/>
            </a:avLst>
          </a:prstGeom>
          <a:solidFill>
            <a:srgbClr val="FFFFFF"/>
          </a:solidFill>
          <a:ln/>
        </p:spPr>
      </p:sp>
      <p:sp>
        <p:nvSpPr>
          <p:cNvPr id="168" name="Text 166"/>
          <p:cNvSpPr txBox="1"/>
          <p:nvPr/>
        </p:nvSpPr>
        <p:spPr>
          <a:xfrm>
            <a:off x="6611112"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Dylan</a:t>
            </a:r>
            <a:endParaRPr lang="en-US" sz="700" dirty="0"/>
          </a:p>
        </p:txBody>
      </p:sp>
      <p:sp>
        <p:nvSpPr>
          <p:cNvPr id="169" name="Shape 167"/>
          <p:cNvSpPr/>
          <p:nvPr/>
        </p:nvSpPr>
        <p:spPr>
          <a:xfrm>
            <a:off x="6611112" y="1892808"/>
            <a:ext cx="740664" cy="41148"/>
          </a:xfrm>
          <a:prstGeom prst="rect">
            <a:avLst/>
          </a:prstGeom>
          <a:solidFill>
            <a:srgbClr val="D9DDE1"/>
          </a:solidFill>
          <a:ln/>
        </p:spPr>
      </p:sp>
      <p:sp>
        <p:nvSpPr>
          <p:cNvPr id="170" name="Shape 168"/>
          <p:cNvSpPr/>
          <p:nvPr/>
        </p:nvSpPr>
        <p:spPr>
          <a:xfrm>
            <a:off x="6611112" y="2011680"/>
            <a:ext cx="740664" cy="41148"/>
          </a:xfrm>
          <a:prstGeom prst="rect">
            <a:avLst/>
          </a:prstGeom>
          <a:solidFill>
            <a:srgbClr val="D9DDE1"/>
          </a:solidFill>
          <a:ln/>
        </p:spPr>
      </p:sp>
      <p:sp>
        <p:nvSpPr>
          <p:cNvPr id="171" name="Shape 169"/>
          <p:cNvSpPr/>
          <p:nvPr/>
        </p:nvSpPr>
        <p:spPr>
          <a:xfrm>
            <a:off x="6611112" y="2130552"/>
            <a:ext cx="407365" cy="41148"/>
          </a:xfrm>
          <a:prstGeom prst="rect">
            <a:avLst/>
          </a:prstGeom>
          <a:solidFill>
            <a:srgbClr val="D9DDE1"/>
          </a:solidFill>
          <a:ln/>
        </p:spPr>
      </p:sp>
      <p:sp>
        <p:nvSpPr>
          <p:cNvPr id="172" name="Shape 170"/>
          <p:cNvSpPr/>
          <p:nvPr/>
        </p:nvSpPr>
        <p:spPr>
          <a:xfrm>
            <a:off x="7456932" y="1636776"/>
            <a:ext cx="850392" cy="676656"/>
          </a:xfrm>
          <a:prstGeom prst="roundRect">
            <a:avLst>
              <a:gd name="adj" fmla="val 6757"/>
            </a:avLst>
          </a:prstGeom>
          <a:solidFill>
            <a:srgbClr val="FFFFFF"/>
          </a:solidFill>
          <a:ln/>
        </p:spPr>
      </p:sp>
      <p:sp>
        <p:nvSpPr>
          <p:cNvPr id="173" name="Text 171"/>
          <p:cNvSpPr txBox="1"/>
          <p:nvPr/>
        </p:nvSpPr>
        <p:spPr>
          <a:xfrm>
            <a:off x="7511796"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Isabella</a:t>
            </a:r>
            <a:endParaRPr lang="en-US" sz="700" dirty="0"/>
          </a:p>
        </p:txBody>
      </p:sp>
      <p:sp>
        <p:nvSpPr>
          <p:cNvPr id="174" name="Shape 172"/>
          <p:cNvSpPr/>
          <p:nvPr/>
        </p:nvSpPr>
        <p:spPr>
          <a:xfrm>
            <a:off x="7511796" y="1892808"/>
            <a:ext cx="740664" cy="41148"/>
          </a:xfrm>
          <a:prstGeom prst="rect">
            <a:avLst/>
          </a:prstGeom>
          <a:solidFill>
            <a:srgbClr val="D9DDE1"/>
          </a:solidFill>
          <a:ln/>
        </p:spPr>
      </p:sp>
      <p:sp>
        <p:nvSpPr>
          <p:cNvPr id="175" name="Shape 173"/>
          <p:cNvSpPr/>
          <p:nvPr/>
        </p:nvSpPr>
        <p:spPr>
          <a:xfrm>
            <a:off x="7511796" y="2011680"/>
            <a:ext cx="740664" cy="41148"/>
          </a:xfrm>
          <a:prstGeom prst="rect">
            <a:avLst/>
          </a:prstGeom>
          <a:solidFill>
            <a:srgbClr val="D9DDE1"/>
          </a:solidFill>
          <a:ln/>
        </p:spPr>
      </p:sp>
      <p:sp>
        <p:nvSpPr>
          <p:cNvPr id="176" name="Shape 174"/>
          <p:cNvSpPr/>
          <p:nvPr/>
        </p:nvSpPr>
        <p:spPr>
          <a:xfrm>
            <a:off x="7511796" y="2130552"/>
            <a:ext cx="407365" cy="41148"/>
          </a:xfrm>
          <a:prstGeom prst="rect">
            <a:avLst/>
          </a:prstGeom>
          <a:solidFill>
            <a:srgbClr val="D9DDE1"/>
          </a:solidFill>
          <a:ln/>
        </p:spPr>
      </p:sp>
      <p:sp>
        <p:nvSpPr>
          <p:cNvPr id="177" name="Shape 175"/>
          <p:cNvSpPr/>
          <p:nvPr/>
        </p:nvSpPr>
        <p:spPr>
          <a:xfrm>
            <a:off x="8357616" y="1636776"/>
            <a:ext cx="850392" cy="676656"/>
          </a:xfrm>
          <a:prstGeom prst="roundRect">
            <a:avLst>
              <a:gd name="adj" fmla="val 6757"/>
            </a:avLst>
          </a:prstGeom>
          <a:solidFill>
            <a:srgbClr val="FFFFFF"/>
          </a:solidFill>
          <a:ln/>
        </p:spPr>
      </p:sp>
      <p:sp>
        <p:nvSpPr>
          <p:cNvPr id="178" name="Text 176"/>
          <p:cNvSpPr txBox="1"/>
          <p:nvPr/>
        </p:nvSpPr>
        <p:spPr>
          <a:xfrm>
            <a:off x="8412480"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Tomas</a:t>
            </a:r>
            <a:endParaRPr lang="en-US" sz="700" dirty="0"/>
          </a:p>
        </p:txBody>
      </p:sp>
      <p:sp>
        <p:nvSpPr>
          <p:cNvPr id="179" name="Shape 177"/>
          <p:cNvSpPr/>
          <p:nvPr/>
        </p:nvSpPr>
        <p:spPr>
          <a:xfrm>
            <a:off x="8412480" y="1892808"/>
            <a:ext cx="740664" cy="41148"/>
          </a:xfrm>
          <a:prstGeom prst="rect">
            <a:avLst/>
          </a:prstGeom>
          <a:solidFill>
            <a:srgbClr val="D9DDE1"/>
          </a:solidFill>
          <a:ln/>
        </p:spPr>
      </p:sp>
      <p:sp>
        <p:nvSpPr>
          <p:cNvPr id="180" name="Shape 178"/>
          <p:cNvSpPr/>
          <p:nvPr/>
        </p:nvSpPr>
        <p:spPr>
          <a:xfrm>
            <a:off x="8412480" y="2011680"/>
            <a:ext cx="740664" cy="41148"/>
          </a:xfrm>
          <a:prstGeom prst="rect">
            <a:avLst/>
          </a:prstGeom>
          <a:solidFill>
            <a:srgbClr val="D9DDE1"/>
          </a:solidFill>
          <a:ln/>
        </p:spPr>
      </p:sp>
      <p:sp>
        <p:nvSpPr>
          <p:cNvPr id="181" name="Shape 179"/>
          <p:cNvSpPr/>
          <p:nvPr/>
        </p:nvSpPr>
        <p:spPr>
          <a:xfrm>
            <a:off x="8412480" y="2130552"/>
            <a:ext cx="407365" cy="41148"/>
          </a:xfrm>
          <a:prstGeom prst="rect">
            <a:avLst/>
          </a:prstGeom>
          <a:solidFill>
            <a:srgbClr val="D9DDE1"/>
          </a:solidFill>
          <a:ln/>
        </p:spPr>
      </p:sp>
      <p:sp>
        <p:nvSpPr>
          <p:cNvPr id="182" name="Shape 180"/>
          <p:cNvSpPr/>
          <p:nvPr/>
        </p:nvSpPr>
        <p:spPr>
          <a:xfrm>
            <a:off x="9258300" y="1636776"/>
            <a:ext cx="850392" cy="676656"/>
          </a:xfrm>
          <a:prstGeom prst="roundRect">
            <a:avLst>
              <a:gd name="adj" fmla="val 6757"/>
            </a:avLst>
          </a:prstGeom>
          <a:solidFill>
            <a:srgbClr val="FFFFFF"/>
          </a:solidFill>
          <a:ln/>
        </p:spPr>
      </p:sp>
      <p:sp>
        <p:nvSpPr>
          <p:cNvPr id="183" name="Text 181"/>
          <p:cNvSpPr txBox="1"/>
          <p:nvPr/>
        </p:nvSpPr>
        <p:spPr>
          <a:xfrm>
            <a:off x="9313164"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Paula</a:t>
            </a:r>
            <a:endParaRPr lang="en-US" sz="700" dirty="0"/>
          </a:p>
        </p:txBody>
      </p:sp>
      <p:sp>
        <p:nvSpPr>
          <p:cNvPr id="184" name="Shape 182"/>
          <p:cNvSpPr/>
          <p:nvPr/>
        </p:nvSpPr>
        <p:spPr>
          <a:xfrm>
            <a:off x="9313164" y="1892808"/>
            <a:ext cx="740664" cy="41148"/>
          </a:xfrm>
          <a:prstGeom prst="rect">
            <a:avLst/>
          </a:prstGeom>
          <a:solidFill>
            <a:srgbClr val="D9DDE1"/>
          </a:solidFill>
          <a:ln/>
        </p:spPr>
      </p:sp>
      <p:sp>
        <p:nvSpPr>
          <p:cNvPr id="185" name="Shape 183"/>
          <p:cNvSpPr/>
          <p:nvPr/>
        </p:nvSpPr>
        <p:spPr>
          <a:xfrm>
            <a:off x="9313164" y="2011680"/>
            <a:ext cx="740664" cy="41148"/>
          </a:xfrm>
          <a:prstGeom prst="rect">
            <a:avLst/>
          </a:prstGeom>
          <a:solidFill>
            <a:srgbClr val="D9DDE1"/>
          </a:solidFill>
          <a:ln/>
        </p:spPr>
      </p:sp>
      <p:sp>
        <p:nvSpPr>
          <p:cNvPr id="186" name="Shape 184"/>
          <p:cNvSpPr/>
          <p:nvPr/>
        </p:nvSpPr>
        <p:spPr>
          <a:xfrm>
            <a:off x="9313164" y="2130552"/>
            <a:ext cx="407365" cy="41148"/>
          </a:xfrm>
          <a:prstGeom prst="rect">
            <a:avLst/>
          </a:prstGeom>
          <a:solidFill>
            <a:srgbClr val="D9DDE1"/>
          </a:solidFill>
          <a:ln/>
        </p:spPr>
      </p:sp>
      <p:sp>
        <p:nvSpPr>
          <p:cNvPr id="187" name="Shape 185"/>
          <p:cNvSpPr/>
          <p:nvPr/>
        </p:nvSpPr>
        <p:spPr>
          <a:xfrm>
            <a:off x="10158984" y="1636776"/>
            <a:ext cx="850392" cy="676656"/>
          </a:xfrm>
          <a:prstGeom prst="roundRect">
            <a:avLst>
              <a:gd name="adj" fmla="val 6757"/>
            </a:avLst>
          </a:prstGeom>
          <a:solidFill>
            <a:srgbClr val="FFFFFF"/>
          </a:solidFill>
          <a:ln/>
        </p:spPr>
      </p:sp>
      <p:sp>
        <p:nvSpPr>
          <p:cNvPr id="188" name="Text 186"/>
          <p:cNvSpPr txBox="1"/>
          <p:nvPr/>
        </p:nvSpPr>
        <p:spPr>
          <a:xfrm>
            <a:off x="10213848"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Josefina</a:t>
            </a:r>
            <a:endParaRPr lang="en-US" sz="700" dirty="0"/>
          </a:p>
        </p:txBody>
      </p:sp>
      <p:sp>
        <p:nvSpPr>
          <p:cNvPr id="189" name="Shape 187"/>
          <p:cNvSpPr/>
          <p:nvPr/>
        </p:nvSpPr>
        <p:spPr>
          <a:xfrm>
            <a:off x="10213848" y="1892808"/>
            <a:ext cx="740664" cy="41148"/>
          </a:xfrm>
          <a:prstGeom prst="rect">
            <a:avLst/>
          </a:prstGeom>
          <a:solidFill>
            <a:srgbClr val="D9DDE1"/>
          </a:solidFill>
          <a:ln/>
        </p:spPr>
      </p:sp>
      <p:sp>
        <p:nvSpPr>
          <p:cNvPr id="190" name="Shape 188"/>
          <p:cNvSpPr/>
          <p:nvPr/>
        </p:nvSpPr>
        <p:spPr>
          <a:xfrm>
            <a:off x="10213848" y="2011680"/>
            <a:ext cx="740664" cy="41148"/>
          </a:xfrm>
          <a:prstGeom prst="rect">
            <a:avLst/>
          </a:prstGeom>
          <a:solidFill>
            <a:srgbClr val="D9DDE1"/>
          </a:solidFill>
          <a:ln/>
        </p:spPr>
      </p:sp>
      <p:sp>
        <p:nvSpPr>
          <p:cNvPr id="191" name="Shape 189"/>
          <p:cNvSpPr/>
          <p:nvPr/>
        </p:nvSpPr>
        <p:spPr>
          <a:xfrm>
            <a:off x="10213848" y="2130552"/>
            <a:ext cx="407365" cy="41148"/>
          </a:xfrm>
          <a:prstGeom prst="rect">
            <a:avLst/>
          </a:prstGeom>
          <a:solidFill>
            <a:srgbClr val="D9DDE1"/>
          </a:solidFill>
          <a:ln/>
        </p:spPr>
      </p:sp>
      <p:sp>
        <p:nvSpPr>
          <p:cNvPr id="192" name="Shape 190"/>
          <p:cNvSpPr/>
          <p:nvPr/>
        </p:nvSpPr>
        <p:spPr>
          <a:xfrm>
            <a:off x="11059668" y="1636776"/>
            <a:ext cx="850392" cy="676656"/>
          </a:xfrm>
          <a:prstGeom prst="roundRect">
            <a:avLst>
              <a:gd name="adj" fmla="val 6757"/>
            </a:avLst>
          </a:prstGeom>
          <a:solidFill>
            <a:srgbClr val="FFFFFF"/>
          </a:solidFill>
          <a:ln/>
        </p:spPr>
      </p:sp>
      <p:sp>
        <p:nvSpPr>
          <p:cNvPr id="193" name="Text 191"/>
          <p:cNvSpPr txBox="1"/>
          <p:nvPr/>
        </p:nvSpPr>
        <p:spPr>
          <a:xfrm>
            <a:off x="11114532" y="168249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Trinidad</a:t>
            </a:r>
            <a:endParaRPr lang="en-US" sz="700" dirty="0"/>
          </a:p>
        </p:txBody>
      </p:sp>
      <p:sp>
        <p:nvSpPr>
          <p:cNvPr id="194" name="Shape 192"/>
          <p:cNvSpPr/>
          <p:nvPr/>
        </p:nvSpPr>
        <p:spPr>
          <a:xfrm>
            <a:off x="11114532" y="1892808"/>
            <a:ext cx="740664" cy="41148"/>
          </a:xfrm>
          <a:prstGeom prst="rect">
            <a:avLst/>
          </a:prstGeom>
          <a:solidFill>
            <a:srgbClr val="D9DDE1"/>
          </a:solidFill>
          <a:ln/>
        </p:spPr>
      </p:sp>
      <p:sp>
        <p:nvSpPr>
          <p:cNvPr id="195" name="Shape 193"/>
          <p:cNvSpPr/>
          <p:nvPr/>
        </p:nvSpPr>
        <p:spPr>
          <a:xfrm>
            <a:off x="11114532" y="2011680"/>
            <a:ext cx="740664" cy="41148"/>
          </a:xfrm>
          <a:prstGeom prst="rect">
            <a:avLst/>
          </a:prstGeom>
          <a:solidFill>
            <a:srgbClr val="D9DDE1"/>
          </a:solidFill>
          <a:ln/>
        </p:spPr>
      </p:sp>
      <p:sp>
        <p:nvSpPr>
          <p:cNvPr id="196" name="Shape 194"/>
          <p:cNvSpPr/>
          <p:nvPr/>
        </p:nvSpPr>
        <p:spPr>
          <a:xfrm>
            <a:off x="11114532" y="2130552"/>
            <a:ext cx="407365" cy="41148"/>
          </a:xfrm>
          <a:prstGeom prst="rect">
            <a:avLst/>
          </a:prstGeom>
          <a:solidFill>
            <a:srgbClr val="D9DDE1"/>
          </a:solidFill>
          <a:ln/>
        </p:spPr>
      </p:sp>
      <p:sp>
        <p:nvSpPr>
          <p:cNvPr id="197" name="Shape 195"/>
          <p:cNvSpPr/>
          <p:nvPr/>
        </p:nvSpPr>
        <p:spPr>
          <a:xfrm>
            <a:off x="251460" y="2363724"/>
            <a:ext cx="850392" cy="676656"/>
          </a:xfrm>
          <a:prstGeom prst="roundRect">
            <a:avLst>
              <a:gd name="adj" fmla="val 6757"/>
            </a:avLst>
          </a:prstGeom>
          <a:solidFill>
            <a:srgbClr val="FFFFFF"/>
          </a:solidFill>
          <a:ln/>
        </p:spPr>
      </p:sp>
      <p:sp>
        <p:nvSpPr>
          <p:cNvPr id="198" name="Text 196"/>
          <p:cNvSpPr txBox="1"/>
          <p:nvPr/>
        </p:nvSpPr>
        <p:spPr>
          <a:xfrm>
            <a:off x="306324"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Delfina</a:t>
            </a:r>
            <a:endParaRPr lang="en-US" sz="700" dirty="0"/>
          </a:p>
        </p:txBody>
      </p:sp>
      <p:sp>
        <p:nvSpPr>
          <p:cNvPr id="199" name="Shape 197"/>
          <p:cNvSpPr/>
          <p:nvPr/>
        </p:nvSpPr>
        <p:spPr>
          <a:xfrm>
            <a:off x="306324" y="2619756"/>
            <a:ext cx="740664" cy="41148"/>
          </a:xfrm>
          <a:prstGeom prst="rect">
            <a:avLst/>
          </a:prstGeom>
          <a:solidFill>
            <a:srgbClr val="D9DDE1"/>
          </a:solidFill>
          <a:ln/>
        </p:spPr>
      </p:sp>
      <p:sp>
        <p:nvSpPr>
          <p:cNvPr id="200" name="Shape 198"/>
          <p:cNvSpPr/>
          <p:nvPr/>
        </p:nvSpPr>
        <p:spPr>
          <a:xfrm>
            <a:off x="306324" y="2738628"/>
            <a:ext cx="740664" cy="41148"/>
          </a:xfrm>
          <a:prstGeom prst="rect">
            <a:avLst/>
          </a:prstGeom>
          <a:solidFill>
            <a:srgbClr val="D9DDE1"/>
          </a:solidFill>
          <a:ln/>
        </p:spPr>
      </p:sp>
      <p:sp>
        <p:nvSpPr>
          <p:cNvPr id="201" name="Shape 199"/>
          <p:cNvSpPr/>
          <p:nvPr/>
        </p:nvSpPr>
        <p:spPr>
          <a:xfrm>
            <a:off x="306324" y="2857500"/>
            <a:ext cx="407365" cy="41148"/>
          </a:xfrm>
          <a:prstGeom prst="rect">
            <a:avLst/>
          </a:prstGeom>
          <a:solidFill>
            <a:srgbClr val="D9DDE1"/>
          </a:solidFill>
          <a:ln/>
        </p:spPr>
      </p:sp>
      <p:sp>
        <p:nvSpPr>
          <p:cNvPr id="202" name="Shape 200"/>
          <p:cNvSpPr/>
          <p:nvPr/>
        </p:nvSpPr>
        <p:spPr>
          <a:xfrm>
            <a:off x="1152144" y="2363724"/>
            <a:ext cx="850392" cy="676656"/>
          </a:xfrm>
          <a:prstGeom prst="roundRect">
            <a:avLst>
              <a:gd name="adj" fmla="val 6757"/>
            </a:avLst>
          </a:prstGeom>
          <a:solidFill>
            <a:srgbClr val="FFFFFF"/>
          </a:solidFill>
          <a:ln/>
        </p:spPr>
      </p:sp>
      <p:sp>
        <p:nvSpPr>
          <p:cNvPr id="203" name="Text 201"/>
          <p:cNvSpPr txBox="1"/>
          <p:nvPr/>
        </p:nvSpPr>
        <p:spPr>
          <a:xfrm>
            <a:off x="1207008"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Alvaro</a:t>
            </a:r>
            <a:endParaRPr lang="en-US" sz="700" dirty="0"/>
          </a:p>
        </p:txBody>
      </p:sp>
      <p:sp>
        <p:nvSpPr>
          <p:cNvPr id="204" name="Shape 202"/>
          <p:cNvSpPr/>
          <p:nvPr/>
        </p:nvSpPr>
        <p:spPr>
          <a:xfrm>
            <a:off x="1207008" y="2619756"/>
            <a:ext cx="740664" cy="41148"/>
          </a:xfrm>
          <a:prstGeom prst="rect">
            <a:avLst/>
          </a:prstGeom>
          <a:solidFill>
            <a:srgbClr val="D9DDE1"/>
          </a:solidFill>
          <a:ln/>
        </p:spPr>
      </p:sp>
      <p:sp>
        <p:nvSpPr>
          <p:cNvPr id="205" name="Shape 203"/>
          <p:cNvSpPr/>
          <p:nvPr/>
        </p:nvSpPr>
        <p:spPr>
          <a:xfrm>
            <a:off x="1207008" y="2738628"/>
            <a:ext cx="740664" cy="41148"/>
          </a:xfrm>
          <a:prstGeom prst="rect">
            <a:avLst/>
          </a:prstGeom>
          <a:solidFill>
            <a:srgbClr val="D9DDE1"/>
          </a:solidFill>
          <a:ln/>
        </p:spPr>
      </p:sp>
      <p:sp>
        <p:nvSpPr>
          <p:cNvPr id="206" name="Shape 204"/>
          <p:cNvSpPr/>
          <p:nvPr/>
        </p:nvSpPr>
        <p:spPr>
          <a:xfrm>
            <a:off x="1207008" y="2857500"/>
            <a:ext cx="407365" cy="41148"/>
          </a:xfrm>
          <a:prstGeom prst="rect">
            <a:avLst/>
          </a:prstGeom>
          <a:solidFill>
            <a:srgbClr val="D9DDE1"/>
          </a:solidFill>
          <a:ln/>
        </p:spPr>
      </p:sp>
      <p:sp>
        <p:nvSpPr>
          <p:cNvPr id="207" name="Shape 205"/>
          <p:cNvSpPr/>
          <p:nvPr/>
        </p:nvSpPr>
        <p:spPr>
          <a:xfrm>
            <a:off x="2052828" y="2363724"/>
            <a:ext cx="850392" cy="676656"/>
          </a:xfrm>
          <a:prstGeom prst="roundRect">
            <a:avLst>
              <a:gd name="adj" fmla="val 6757"/>
            </a:avLst>
          </a:prstGeom>
          <a:solidFill>
            <a:srgbClr val="FFFFFF"/>
          </a:solidFill>
          <a:ln/>
        </p:spPr>
      </p:sp>
      <p:sp>
        <p:nvSpPr>
          <p:cNvPr id="208" name="Text 206"/>
          <p:cNvSpPr txBox="1"/>
          <p:nvPr/>
        </p:nvSpPr>
        <p:spPr>
          <a:xfrm>
            <a:off x="2107692"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Luna</a:t>
            </a:r>
            <a:endParaRPr lang="en-US" sz="700" dirty="0"/>
          </a:p>
        </p:txBody>
      </p:sp>
      <p:sp>
        <p:nvSpPr>
          <p:cNvPr id="209" name="Shape 207"/>
          <p:cNvSpPr/>
          <p:nvPr/>
        </p:nvSpPr>
        <p:spPr>
          <a:xfrm>
            <a:off x="2107692" y="2619756"/>
            <a:ext cx="740664" cy="41148"/>
          </a:xfrm>
          <a:prstGeom prst="rect">
            <a:avLst/>
          </a:prstGeom>
          <a:solidFill>
            <a:srgbClr val="D9DDE1"/>
          </a:solidFill>
          <a:ln/>
        </p:spPr>
      </p:sp>
      <p:sp>
        <p:nvSpPr>
          <p:cNvPr id="210" name="Shape 208"/>
          <p:cNvSpPr/>
          <p:nvPr/>
        </p:nvSpPr>
        <p:spPr>
          <a:xfrm>
            <a:off x="2107692" y="2738628"/>
            <a:ext cx="740664" cy="41148"/>
          </a:xfrm>
          <a:prstGeom prst="rect">
            <a:avLst/>
          </a:prstGeom>
          <a:solidFill>
            <a:srgbClr val="D9DDE1"/>
          </a:solidFill>
          <a:ln/>
        </p:spPr>
      </p:sp>
      <p:sp>
        <p:nvSpPr>
          <p:cNvPr id="211" name="Shape 209"/>
          <p:cNvSpPr/>
          <p:nvPr/>
        </p:nvSpPr>
        <p:spPr>
          <a:xfrm>
            <a:off x="2107692" y="2857500"/>
            <a:ext cx="407365" cy="41148"/>
          </a:xfrm>
          <a:prstGeom prst="rect">
            <a:avLst/>
          </a:prstGeom>
          <a:solidFill>
            <a:srgbClr val="D9DDE1"/>
          </a:solidFill>
          <a:ln/>
        </p:spPr>
      </p:sp>
      <p:sp>
        <p:nvSpPr>
          <p:cNvPr id="212" name="Shape 210"/>
          <p:cNvSpPr/>
          <p:nvPr/>
        </p:nvSpPr>
        <p:spPr>
          <a:xfrm>
            <a:off x="2953512" y="2363724"/>
            <a:ext cx="850392" cy="676656"/>
          </a:xfrm>
          <a:prstGeom prst="roundRect">
            <a:avLst>
              <a:gd name="adj" fmla="val 6757"/>
            </a:avLst>
          </a:prstGeom>
          <a:solidFill>
            <a:srgbClr val="FFFFFF"/>
          </a:solidFill>
          <a:ln/>
        </p:spPr>
      </p:sp>
      <p:sp>
        <p:nvSpPr>
          <p:cNvPr id="213" name="Text 211"/>
          <p:cNvSpPr txBox="1"/>
          <p:nvPr/>
        </p:nvSpPr>
        <p:spPr>
          <a:xfrm>
            <a:off x="3008376"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Antonella</a:t>
            </a:r>
            <a:endParaRPr lang="en-US" sz="700" dirty="0"/>
          </a:p>
        </p:txBody>
      </p:sp>
      <p:sp>
        <p:nvSpPr>
          <p:cNvPr id="214" name="Shape 212"/>
          <p:cNvSpPr/>
          <p:nvPr/>
        </p:nvSpPr>
        <p:spPr>
          <a:xfrm>
            <a:off x="3008376" y="2619756"/>
            <a:ext cx="740664" cy="41148"/>
          </a:xfrm>
          <a:prstGeom prst="rect">
            <a:avLst/>
          </a:prstGeom>
          <a:solidFill>
            <a:srgbClr val="D9DDE1"/>
          </a:solidFill>
          <a:ln/>
        </p:spPr>
      </p:sp>
      <p:sp>
        <p:nvSpPr>
          <p:cNvPr id="215" name="Shape 213"/>
          <p:cNvSpPr/>
          <p:nvPr/>
        </p:nvSpPr>
        <p:spPr>
          <a:xfrm>
            <a:off x="3008376" y="2738628"/>
            <a:ext cx="740664" cy="41148"/>
          </a:xfrm>
          <a:prstGeom prst="rect">
            <a:avLst/>
          </a:prstGeom>
          <a:solidFill>
            <a:srgbClr val="D9DDE1"/>
          </a:solidFill>
          <a:ln/>
        </p:spPr>
      </p:sp>
      <p:sp>
        <p:nvSpPr>
          <p:cNvPr id="216" name="Shape 214"/>
          <p:cNvSpPr/>
          <p:nvPr/>
        </p:nvSpPr>
        <p:spPr>
          <a:xfrm>
            <a:off x="3008376" y="2857500"/>
            <a:ext cx="407365" cy="41148"/>
          </a:xfrm>
          <a:prstGeom prst="rect">
            <a:avLst/>
          </a:prstGeom>
          <a:solidFill>
            <a:srgbClr val="D9DDE1"/>
          </a:solidFill>
          <a:ln/>
        </p:spPr>
      </p:sp>
      <p:sp>
        <p:nvSpPr>
          <p:cNvPr id="217" name="Shape 215"/>
          <p:cNvSpPr/>
          <p:nvPr/>
        </p:nvSpPr>
        <p:spPr>
          <a:xfrm>
            <a:off x="3854196" y="2363724"/>
            <a:ext cx="850392" cy="676656"/>
          </a:xfrm>
          <a:prstGeom prst="roundRect">
            <a:avLst>
              <a:gd name="adj" fmla="val 6757"/>
            </a:avLst>
          </a:prstGeom>
          <a:solidFill>
            <a:srgbClr val="FFFFFF"/>
          </a:solidFill>
          <a:ln/>
        </p:spPr>
      </p:sp>
      <p:sp>
        <p:nvSpPr>
          <p:cNvPr id="218" name="Text 216"/>
          <p:cNvSpPr txBox="1"/>
          <p:nvPr/>
        </p:nvSpPr>
        <p:spPr>
          <a:xfrm>
            <a:off x="3909060"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Simon</a:t>
            </a:r>
            <a:endParaRPr lang="en-US" sz="700" dirty="0"/>
          </a:p>
        </p:txBody>
      </p:sp>
      <p:sp>
        <p:nvSpPr>
          <p:cNvPr id="219" name="Shape 217"/>
          <p:cNvSpPr/>
          <p:nvPr/>
        </p:nvSpPr>
        <p:spPr>
          <a:xfrm>
            <a:off x="3909060" y="2619756"/>
            <a:ext cx="740664" cy="41148"/>
          </a:xfrm>
          <a:prstGeom prst="rect">
            <a:avLst/>
          </a:prstGeom>
          <a:solidFill>
            <a:srgbClr val="D9DDE1"/>
          </a:solidFill>
          <a:ln/>
        </p:spPr>
      </p:sp>
      <p:sp>
        <p:nvSpPr>
          <p:cNvPr id="220" name="Shape 218"/>
          <p:cNvSpPr/>
          <p:nvPr/>
        </p:nvSpPr>
        <p:spPr>
          <a:xfrm>
            <a:off x="3909060" y="2738628"/>
            <a:ext cx="740664" cy="41148"/>
          </a:xfrm>
          <a:prstGeom prst="rect">
            <a:avLst/>
          </a:prstGeom>
          <a:solidFill>
            <a:srgbClr val="D9DDE1"/>
          </a:solidFill>
          <a:ln/>
        </p:spPr>
      </p:sp>
      <p:sp>
        <p:nvSpPr>
          <p:cNvPr id="221" name="Shape 219"/>
          <p:cNvSpPr/>
          <p:nvPr/>
        </p:nvSpPr>
        <p:spPr>
          <a:xfrm>
            <a:off x="3909060" y="2857500"/>
            <a:ext cx="407365" cy="41148"/>
          </a:xfrm>
          <a:prstGeom prst="rect">
            <a:avLst/>
          </a:prstGeom>
          <a:solidFill>
            <a:srgbClr val="D9DDE1"/>
          </a:solidFill>
          <a:ln/>
        </p:spPr>
      </p:sp>
      <p:sp>
        <p:nvSpPr>
          <p:cNvPr id="222" name="Shape 220"/>
          <p:cNvSpPr/>
          <p:nvPr/>
        </p:nvSpPr>
        <p:spPr>
          <a:xfrm>
            <a:off x="4754880" y="2363724"/>
            <a:ext cx="850392" cy="676656"/>
          </a:xfrm>
          <a:prstGeom prst="roundRect">
            <a:avLst>
              <a:gd name="adj" fmla="val 6757"/>
            </a:avLst>
          </a:prstGeom>
          <a:solidFill>
            <a:srgbClr val="FFFFFF"/>
          </a:solidFill>
          <a:ln/>
        </p:spPr>
      </p:sp>
      <p:sp>
        <p:nvSpPr>
          <p:cNvPr id="223" name="Text 221"/>
          <p:cNvSpPr txBox="1"/>
          <p:nvPr/>
        </p:nvSpPr>
        <p:spPr>
          <a:xfrm>
            <a:off x="4809744"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Dante</a:t>
            </a:r>
            <a:endParaRPr lang="en-US" sz="700" dirty="0"/>
          </a:p>
        </p:txBody>
      </p:sp>
      <p:sp>
        <p:nvSpPr>
          <p:cNvPr id="224" name="Shape 222"/>
          <p:cNvSpPr/>
          <p:nvPr/>
        </p:nvSpPr>
        <p:spPr>
          <a:xfrm>
            <a:off x="4809744" y="2619756"/>
            <a:ext cx="740664" cy="41148"/>
          </a:xfrm>
          <a:prstGeom prst="rect">
            <a:avLst/>
          </a:prstGeom>
          <a:solidFill>
            <a:srgbClr val="D9DDE1"/>
          </a:solidFill>
          <a:ln/>
        </p:spPr>
      </p:sp>
      <p:sp>
        <p:nvSpPr>
          <p:cNvPr id="225" name="Shape 223"/>
          <p:cNvSpPr/>
          <p:nvPr/>
        </p:nvSpPr>
        <p:spPr>
          <a:xfrm>
            <a:off x="4809744" y="2738628"/>
            <a:ext cx="740664" cy="41148"/>
          </a:xfrm>
          <a:prstGeom prst="rect">
            <a:avLst/>
          </a:prstGeom>
          <a:solidFill>
            <a:srgbClr val="D9DDE1"/>
          </a:solidFill>
          <a:ln/>
        </p:spPr>
      </p:sp>
      <p:sp>
        <p:nvSpPr>
          <p:cNvPr id="226" name="Shape 224"/>
          <p:cNvSpPr/>
          <p:nvPr/>
        </p:nvSpPr>
        <p:spPr>
          <a:xfrm>
            <a:off x="4809744" y="2857500"/>
            <a:ext cx="407365" cy="41148"/>
          </a:xfrm>
          <a:prstGeom prst="rect">
            <a:avLst/>
          </a:prstGeom>
          <a:solidFill>
            <a:srgbClr val="D9DDE1"/>
          </a:solidFill>
          <a:ln/>
        </p:spPr>
      </p:sp>
      <p:sp>
        <p:nvSpPr>
          <p:cNvPr id="227" name="Shape 225"/>
          <p:cNvSpPr/>
          <p:nvPr/>
        </p:nvSpPr>
        <p:spPr>
          <a:xfrm>
            <a:off x="5655564" y="2363724"/>
            <a:ext cx="850392" cy="676656"/>
          </a:xfrm>
          <a:prstGeom prst="roundRect">
            <a:avLst>
              <a:gd name="adj" fmla="val 6757"/>
            </a:avLst>
          </a:prstGeom>
          <a:solidFill>
            <a:srgbClr val="FFFFFF"/>
          </a:solidFill>
          <a:ln/>
        </p:spPr>
      </p:sp>
      <p:sp>
        <p:nvSpPr>
          <p:cNvPr id="228" name="Text 226"/>
          <p:cNvSpPr txBox="1"/>
          <p:nvPr/>
        </p:nvSpPr>
        <p:spPr>
          <a:xfrm>
            <a:off x="5710428"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Noah</a:t>
            </a:r>
            <a:endParaRPr lang="en-US" sz="700" dirty="0"/>
          </a:p>
        </p:txBody>
      </p:sp>
      <p:sp>
        <p:nvSpPr>
          <p:cNvPr id="229" name="Shape 227"/>
          <p:cNvSpPr/>
          <p:nvPr/>
        </p:nvSpPr>
        <p:spPr>
          <a:xfrm>
            <a:off x="5710428" y="2619756"/>
            <a:ext cx="740664" cy="41148"/>
          </a:xfrm>
          <a:prstGeom prst="rect">
            <a:avLst/>
          </a:prstGeom>
          <a:solidFill>
            <a:srgbClr val="D9DDE1"/>
          </a:solidFill>
          <a:ln/>
        </p:spPr>
      </p:sp>
      <p:sp>
        <p:nvSpPr>
          <p:cNvPr id="230" name="Shape 228"/>
          <p:cNvSpPr/>
          <p:nvPr/>
        </p:nvSpPr>
        <p:spPr>
          <a:xfrm>
            <a:off x="5710428" y="2738628"/>
            <a:ext cx="740664" cy="41148"/>
          </a:xfrm>
          <a:prstGeom prst="rect">
            <a:avLst/>
          </a:prstGeom>
          <a:solidFill>
            <a:srgbClr val="D9DDE1"/>
          </a:solidFill>
          <a:ln/>
        </p:spPr>
      </p:sp>
      <p:sp>
        <p:nvSpPr>
          <p:cNvPr id="231" name="Shape 229"/>
          <p:cNvSpPr/>
          <p:nvPr/>
        </p:nvSpPr>
        <p:spPr>
          <a:xfrm>
            <a:off x="5710428" y="2857500"/>
            <a:ext cx="407365" cy="41148"/>
          </a:xfrm>
          <a:prstGeom prst="rect">
            <a:avLst/>
          </a:prstGeom>
          <a:solidFill>
            <a:srgbClr val="D9DDE1"/>
          </a:solidFill>
          <a:ln/>
        </p:spPr>
      </p:sp>
      <p:sp>
        <p:nvSpPr>
          <p:cNvPr id="232" name="Shape 230"/>
          <p:cNvSpPr/>
          <p:nvPr/>
        </p:nvSpPr>
        <p:spPr>
          <a:xfrm>
            <a:off x="6556248" y="2363724"/>
            <a:ext cx="850392" cy="676656"/>
          </a:xfrm>
          <a:prstGeom prst="roundRect">
            <a:avLst>
              <a:gd name="adj" fmla="val 6757"/>
            </a:avLst>
          </a:prstGeom>
          <a:solidFill>
            <a:srgbClr val="FFFFFF"/>
          </a:solidFill>
          <a:ln/>
        </p:spPr>
      </p:sp>
      <p:sp>
        <p:nvSpPr>
          <p:cNvPr id="233" name="Text 231"/>
          <p:cNvSpPr txBox="1"/>
          <p:nvPr/>
        </p:nvSpPr>
        <p:spPr>
          <a:xfrm>
            <a:off x="6611112"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Marcos</a:t>
            </a:r>
            <a:endParaRPr lang="en-US" sz="700" dirty="0"/>
          </a:p>
        </p:txBody>
      </p:sp>
      <p:sp>
        <p:nvSpPr>
          <p:cNvPr id="234" name="Shape 232"/>
          <p:cNvSpPr/>
          <p:nvPr/>
        </p:nvSpPr>
        <p:spPr>
          <a:xfrm>
            <a:off x="6611112" y="2619756"/>
            <a:ext cx="740664" cy="41148"/>
          </a:xfrm>
          <a:prstGeom prst="rect">
            <a:avLst/>
          </a:prstGeom>
          <a:solidFill>
            <a:srgbClr val="D9DDE1"/>
          </a:solidFill>
          <a:ln/>
        </p:spPr>
      </p:sp>
      <p:sp>
        <p:nvSpPr>
          <p:cNvPr id="235" name="Shape 233"/>
          <p:cNvSpPr/>
          <p:nvPr/>
        </p:nvSpPr>
        <p:spPr>
          <a:xfrm>
            <a:off x="6611112" y="2738628"/>
            <a:ext cx="740664" cy="41148"/>
          </a:xfrm>
          <a:prstGeom prst="rect">
            <a:avLst/>
          </a:prstGeom>
          <a:solidFill>
            <a:srgbClr val="D9DDE1"/>
          </a:solidFill>
          <a:ln/>
        </p:spPr>
      </p:sp>
      <p:sp>
        <p:nvSpPr>
          <p:cNvPr id="236" name="Shape 234"/>
          <p:cNvSpPr/>
          <p:nvPr/>
        </p:nvSpPr>
        <p:spPr>
          <a:xfrm>
            <a:off x="6611112" y="2857500"/>
            <a:ext cx="407365" cy="41148"/>
          </a:xfrm>
          <a:prstGeom prst="rect">
            <a:avLst/>
          </a:prstGeom>
          <a:solidFill>
            <a:srgbClr val="D9DDE1"/>
          </a:solidFill>
          <a:ln/>
        </p:spPr>
      </p:sp>
      <p:sp>
        <p:nvSpPr>
          <p:cNvPr id="237" name="Shape 235"/>
          <p:cNvSpPr/>
          <p:nvPr/>
        </p:nvSpPr>
        <p:spPr>
          <a:xfrm>
            <a:off x="7456932" y="2363724"/>
            <a:ext cx="850392" cy="676656"/>
          </a:xfrm>
          <a:prstGeom prst="roundRect">
            <a:avLst>
              <a:gd name="adj" fmla="val 6757"/>
            </a:avLst>
          </a:prstGeom>
          <a:solidFill>
            <a:srgbClr val="FFFFFF"/>
          </a:solidFill>
          <a:ln/>
        </p:spPr>
      </p:sp>
      <p:sp>
        <p:nvSpPr>
          <p:cNvPr id="238" name="Text 236"/>
          <p:cNvSpPr txBox="1"/>
          <p:nvPr/>
        </p:nvSpPr>
        <p:spPr>
          <a:xfrm>
            <a:off x="7511796"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Julian</a:t>
            </a:r>
            <a:endParaRPr lang="en-US" sz="700" dirty="0"/>
          </a:p>
        </p:txBody>
      </p:sp>
      <p:sp>
        <p:nvSpPr>
          <p:cNvPr id="239" name="Shape 237"/>
          <p:cNvSpPr/>
          <p:nvPr/>
        </p:nvSpPr>
        <p:spPr>
          <a:xfrm>
            <a:off x="7511796" y="2619756"/>
            <a:ext cx="740664" cy="41148"/>
          </a:xfrm>
          <a:prstGeom prst="rect">
            <a:avLst/>
          </a:prstGeom>
          <a:solidFill>
            <a:srgbClr val="D9DDE1"/>
          </a:solidFill>
          <a:ln/>
        </p:spPr>
      </p:sp>
      <p:sp>
        <p:nvSpPr>
          <p:cNvPr id="240" name="Shape 238"/>
          <p:cNvSpPr/>
          <p:nvPr/>
        </p:nvSpPr>
        <p:spPr>
          <a:xfrm>
            <a:off x="7511796" y="2738628"/>
            <a:ext cx="740664" cy="41148"/>
          </a:xfrm>
          <a:prstGeom prst="rect">
            <a:avLst/>
          </a:prstGeom>
          <a:solidFill>
            <a:srgbClr val="D9DDE1"/>
          </a:solidFill>
          <a:ln/>
        </p:spPr>
      </p:sp>
      <p:sp>
        <p:nvSpPr>
          <p:cNvPr id="241" name="Shape 239"/>
          <p:cNvSpPr/>
          <p:nvPr/>
        </p:nvSpPr>
        <p:spPr>
          <a:xfrm>
            <a:off x="7511796" y="2857500"/>
            <a:ext cx="407365" cy="41148"/>
          </a:xfrm>
          <a:prstGeom prst="rect">
            <a:avLst/>
          </a:prstGeom>
          <a:solidFill>
            <a:srgbClr val="D9DDE1"/>
          </a:solidFill>
          <a:ln/>
        </p:spPr>
      </p:sp>
      <p:sp>
        <p:nvSpPr>
          <p:cNvPr id="242" name="Shape 240"/>
          <p:cNvSpPr/>
          <p:nvPr/>
        </p:nvSpPr>
        <p:spPr>
          <a:xfrm>
            <a:off x="8357616" y="2363724"/>
            <a:ext cx="850392" cy="676656"/>
          </a:xfrm>
          <a:prstGeom prst="roundRect">
            <a:avLst>
              <a:gd name="adj" fmla="val 6757"/>
            </a:avLst>
          </a:prstGeom>
          <a:solidFill>
            <a:srgbClr val="FFFFFF"/>
          </a:solidFill>
          <a:ln/>
        </p:spPr>
      </p:sp>
      <p:sp>
        <p:nvSpPr>
          <p:cNvPr id="243" name="Text 241"/>
          <p:cNvSpPr txBox="1"/>
          <p:nvPr/>
        </p:nvSpPr>
        <p:spPr>
          <a:xfrm>
            <a:off x="8412480"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Ana</a:t>
            </a:r>
            <a:endParaRPr lang="en-US" sz="700" dirty="0"/>
          </a:p>
        </p:txBody>
      </p:sp>
      <p:sp>
        <p:nvSpPr>
          <p:cNvPr id="244" name="Shape 242"/>
          <p:cNvSpPr/>
          <p:nvPr/>
        </p:nvSpPr>
        <p:spPr>
          <a:xfrm>
            <a:off x="8412480" y="2619756"/>
            <a:ext cx="740664" cy="41148"/>
          </a:xfrm>
          <a:prstGeom prst="rect">
            <a:avLst/>
          </a:prstGeom>
          <a:solidFill>
            <a:srgbClr val="D9DDE1"/>
          </a:solidFill>
          <a:ln/>
        </p:spPr>
      </p:sp>
      <p:sp>
        <p:nvSpPr>
          <p:cNvPr id="245" name="Shape 243"/>
          <p:cNvSpPr/>
          <p:nvPr/>
        </p:nvSpPr>
        <p:spPr>
          <a:xfrm>
            <a:off x="8412480" y="2738628"/>
            <a:ext cx="740664" cy="41148"/>
          </a:xfrm>
          <a:prstGeom prst="rect">
            <a:avLst/>
          </a:prstGeom>
          <a:solidFill>
            <a:srgbClr val="D9DDE1"/>
          </a:solidFill>
          <a:ln/>
        </p:spPr>
      </p:sp>
      <p:sp>
        <p:nvSpPr>
          <p:cNvPr id="246" name="Shape 244"/>
          <p:cNvSpPr/>
          <p:nvPr/>
        </p:nvSpPr>
        <p:spPr>
          <a:xfrm>
            <a:off x="8412480" y="2857500"/>
            <a:ext cx="407365" cy="41148"/>
          </a:xfrm>
          <a:prstGeom prst="rect">
            <a:avLst/>
          </a:prstGeom>
          <a:solidFill>
            <a:srgbClr val="D9DDE1"/>
          </a:solidFill>
          <a:ln/>
        </p:spPr>
      </p:sp>
      <p:sp>
        <p:nvSpPr>
          <p:cNvPr id="247" name="Shape 245"/>
          <p:cNvSpPr/>
          <p:nvPr/>
        </p:nvSpPr>
        <p:spPr>
          <a:xfrm>
            <a:off x="9258300" y="2363724"/>
            <a:ext cx="850392" cy="676656"/>
          </a:xfrm>
          <a:prstGeom prst="roundRect">
            <a:avLst>
              <a:gd name="adj" fmla="val 6757"/>
            </a:avLst>
          </a:prstGeom>
          <a:solidFill>
            <a:srgbClr val="FFFFFF"/>
          </a:solidFill>
          <a:ln/>
        </p:spPr>
      </p:sp>
      <p:sp>
        <p:nvSpPr>
          <p:cNvPr id="248" name="Text 246"/>
          <p:cNvSpPr txBox="1"/>
          <p:nvPr/>
        </p:nvSpPr>
        <p:spPr>
          <a:xfrm>
            <a:off x="9313164"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Santino</a:t>
            </a:r>
            <a:endParaRPr lang="en-US" sz="700" dirty="0"/>
          </a:p>
        </p:txBody>
      </p:sp>
      <p:sp>
        <p:nvSpPr>
          <p:cNvPr id="249" name="Shape 247"/>
          <p:cNvSpPr/>
          <p:nvPr/>
        </p:nvSpPr>
        <p:spPr>
          <a:xfrm>
            <a:off x="9313164" y="2619756"/>
            <a:ext cx="740664" cy="41148"/>
          </a:xfrm>
          <a:prstGeom prst="rect">
            <a:avLst/>
          </a:prstGeom>
          <a:solidFill>
            <a:srgbClr val="D9DDE1"/>
          </a:solidFill>
          <a:ln/>
        </p:spPr>
      </p:sp>
      <p:sp>
        <p:nvSpPr>
          <p:cNvPr id="250" name="Shape 248"/>
          <p:cNvSpPr/>
          <p:nvPr/>
        </p:nvSpPr>
        <p:spPr>
          <a:xfrm>
            <a:off x="9313164" y="2738628"/>
            <a:ext cx="740664" cy="41148"/>
          </a:xfrm>
          <a:prstGeom prst="rect">
            <a:avLst/>
          </a:prstGeom>
          <a:solidFill>
            <a:srgbClr val="D9DDE1"/>
          </a:solidFill>
          <a:ln/>
        </p:spPr>
      </p:sp>
      <p:sp>
        <p:nvSpPr>
          <p:cNvPr id="251" name="Shape 249"/>
          <p:cNvSpPr/>
          <p:nvPr/>
        </p:nvSpPr>
        <p:spPr>
          <a:xfrm>
            <a:off x="9313164" y="2857500"/>
            <a:ext cx="407365" cy="41148"/>
          </a:xfrm>
          <a:prstGeom prst="rect">
            <a:avLst/>
          </a:prstGeom>
          <a:solidFill>
            <a:srgbClr val="D9DDE1"/>
          </a:solidFill>
          <a:ln/>
        </p:spPr>
      </p:sp>
      <p:sp>
        <p:nvSpPr>
          <p:cNvPr id="252" name="Shape 250"/>
          <p:cNvSpPr/>
          <p:nvPr/>
        </p:nvSpPr>
        <p:spPr>
          <a:xfrm>
            <a:off x="10158984" y="2363724"/>
            <a:ext cx="850392" cy="676656"/>
          </a:xfrm>
          <a:prstGeom prst="roundRect">
            <a:avLst>
              <a:gd name="adj" fmla="val 6757"/>
            </a:avLst>
          </a:prstGeom>
          <a:solidFill>
            <a:srgbClr val="FFFFFF"/>
          </a:solidFill>
          <a:ln/>
        </p:spPr>
      </p:sp>
      <p:sp>
        <p:nvSpPr>
          <p:cNvPr id="253" name="Text 251"/>
          <p:cNvSpPr txBox="1"/>
          <p:nvPr/>
        </p:nvSpPr>
        <p:spPr>
          <a:xfrm>
            <a:off x="10213848"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Rocio</a:t>
            </a:r>
            <a:endParaRPr lang="en-US" sz="700" dirty="0"/>
          </a:p>
        </p:txBody>
      </p:sp>
      <p:sp>
        <p:nvSpPr>
          <p:cNvPr id="254" name="Shape 252"/>
          <p:cNvSpPr/>
          <p:nvPr/>
        </p:nvSpPr>
        <p:spPr>
          <a:xfrm>
            <a:off x="10213848" y="2619756"/>
            <a:ext cx="740664" cy="41148"/>
          </a:xfrm>
          <a:prstGeom prst="rect">
            <a:avLst/>
          </a:prstGeom>
          <a:solidFill>
            <a:srgbClr val="D9DDE1"/>
          </a:solidFill>
          <a:ln/>
        </p:spPr>
      </p:sp>
      <p:sp>
        <p:nvSpPr>
          <p:cNvPr id="255" name="Shape 253"/>
          <p:cNvSpPr/>
          <p:nvPr/>
        </p:nvSpPr>
        <p:spPr>
          <a:xfrm>
            <a:off x="10213848" y="2738628"/>
            <a:ext cx="740664" cy="41148"/>
          </a:xfrm>
          <a:prstGeom prst="rect">
            <a:avLst/>
          </a:prstGeom>
          <a:solidFill>
            <a:srgbClr val="D9DDE1"/>
          </a:solidFill>
          <a:ln/>
        </p:spPr>
      </p:sp>
      <p:sp>
        <p:nvSpPr>
          <p:cNvPr id="256" name="Shape 254"/>
          <p:cNvSpPr/>
          <p:nvPr/>
        </p:nvSpPr>
        <p:spPr>
          <a:xfrm>
            <a:off x="10213848" y="2857500"/>
            <a:ext cx="407365" cy="41148"/>
          </a:xfrm>
          <a:prstGeom prst="rect">
            <a:avLst/>
          </a:prstGeom>
          <a:solidFill>
            <a:srgbClr val="D9DDE1"/>
          </a:solidFill>
          <a:ln/>
        </p:spPr>
      </p:sp>
      <p:sp>
        <p:nvSpPr>
          <p:cNvPr id="257" name="Shape 255"/>
          <p:cNvSpPr/>
          <p:nvPr/>
        </p:nvSpPr>
        <p:spPr>
          <a:xfrm>
            <a:off x="11059668" y="2363724"/>
            <a:ext cx="850392" cy="676656"/>
          </a:xfrm>
          <a:prstGeom prst="roundRect">
            <a:avLst>
              <a:gd name="adj" fmla="val 6757"/>
            </a:avLst>
          </a:prstGeom>
          <a:solidFill>
            <a:srgbClr val="FFFFFF"/>
          </a:solidFill>
          <a:ln/>
        </p:spPr>
      </p:sp>
      <p:sp>
        <p:nvSpPr>
          <p:cNvPr id="258" name="Text 256"/>
          <p:cNvSpPr txBox="1"/>
          <p:nvPr/>
        </p:nvSpPr>
        <p:spPr>
          <a:xfrm>
            <a:off x="11114532" y="240944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Trinidad</a:t>
            </a:r>
            <a:endParaRPr lang="en-US" sz="700" dirty="0"/>
          </a:p>
        </p:txBody>
      </p:sp>
      <p:sp>
        <p:nvSpPr>
          <p:cNvPr id="259" name="Shape 257"/>
          <p:cNvSpPr/>
          <p:nvPr/>
        </p:nvSpPr>
        <p:spPr>
          <a:xfrm>
            <a:off x="11114532" y="2619756"/>
            <a:ext cx="740664" cy="41148"/>
          </a:xfrm>
          <a:prstGeom prst="rect">
            <a:avLst/>
          </a:prstGeom>
          <a:solidFill>
            <a:srgbClr val="D9DDE1"/>
          </a:solidFill>
          <a:ln/>
        </p:spPr>
      </p:sp>
      <p:sp>
        <p:nvSpPr>
          <p:cNvPr id="260" name="Shape 258"/>
          <p:cNvSpPr/>
          <p:nvPr/>
        </p:nvSpPr>
        <p:spPr>
          <a:xfrm>
            <a:off x="11114532" y="2738628"/>
            <a:ext cx="740664" cy="41148"/>
          </a:xfrm>
          <a:prstGeom prst="rect">
            <a:avLst/>
          </a:prstGeom>
          <a:solidFill>
            <a:srgbClr val="D9DDE1"/>
          </a:solidFill>
          <a:ln/>
        </p:spPr>
      </p:sp>
      <p:sp>
        <p:nvSpPr>
          <p:cNvPr id="261" name="Shape 259"/>
          <p:cNvSpPr/>
          <p:nvPr/>
        </p:nvSpPr>
        <p:spPr>
          <a:xfrm>
            <a:off x="11114532" y="2857500"/>
            <a:ext cx="407365" cy="41148"/>
          </a:xfrm>
          <a:prstGeom prst="rect">
            <a:avLst/>
          </a:prstGeom>
          <a:solidFill>
            <a:srgbClr val="D9DDE1"/>
          </a:solidFill>
          <a:ln/>
        </p:spPr>
      </p:sp>
      <p:sp>
        <p:nvSpPr>
          <p:cNvPr id="262" name="Shape 260"/>
          <p:cNvSpPr/>
          <p:nvPr/>
        </p:nvSpPr>
        <p:spPr>
          <a:xfrm>
            <a:off x="251460" y="3090672"/>
            <a:ext cx="850392" cy="676656"/>
          </a:xfrm>
          <a:prstGeom prst="roundRect">
            <a:avLst>
              <a:gd name="adj" fmla="val 6757"/>
            </a:avLst>
          </a:prstGeom>
          <a:solidFill>
            <a:srgbClr val="FFFFFF"/>
          </a:solidFill>
          <a:ln/>
        </p:spPr>
      </p:sp>
      <p:sp>
        <p:nvSpPr>
          <p:cNvPr id="263" name="Text 261"/>
          <p:cNvSpPr txBox="1"/>
          <p:nvPr/>
        </p:nvSpPr>
        <p:spPr>
          <a:xfrm>
            <a:off x="306324"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Josefina</a:t>
            </a:r>
            <a:endParaRPr lang="en-US" sz="700" dirty="0"/>
          </a:p>
        </p:txBody>
      </p:sp>
      <p:sp>
        <p:nvSpPr>
          <p:cNvPr id="264" name="Shape 262"/>
          <p:cNvSpPr/>
          <p:nvPr/>
        </p:nvSpPr>
        <p:spPr>
          <a:xfrm>
            <a:off x="306324" y="3346704"/>
            <a:ext cx="740664" cy="41148"/>
          </a:xfrm>
          <a:prstGeom prst="rect">
            <a:avLst/>
          </a:prstGeom>
          <a:solidFill>
            <a:srgbClr val="D9DDE1"/>
          </a:solidFill>
          <a:ln/>
        </p:spPr>
      </p:sp>
      <p:sp>
        <p:nvSpPr>
          <p:cNvPr id="265" name="Shape 263"/>
          <p:cNvSpPr/>
          <p:nvPr/>
        </p:nvSpPr>
        <p:spPr>
          <a:xfrm>
            <a:off x="306324" y="3465576"/>
            <a:ext cx="740664" cy="41148"/>
          </a:xfrm>
          <a:prstGeom prst="rect">
            <a:avLst/>
          </a:prstGeom>
          <a:solidFill>
            <a:srgbClr val="D9DDE1"/>
          </a:solidFill>
          <a:ln/>
        </p:spPr>
      </p:sp>
      <p:sp>
        <p:nvSpPr>
          <p:cNvPr id="266" name="Shape 264"/>
          <p:cNvSpPr/>
          <p:nvPr/>
        </p:nvSpPr>
        <p:spPr>
          <a:xfrm>
            <a:off x="306324" y="3584448"/>
            <a:ext cx="407365" cy="41148"/>
          </a:xfrm>
          <a:prstGeom prst="rect">
            <a:avLst/>
          </a:prstGeom>
          <a:solidFill>
            <a:srgbClr val="D9DDE1"/>
          </a:solidFill>
          <a:ln/>
        </p:spPr>
      </p:sp>
      <p:sp>
        <p:nvSpPr>
          <p:cNvPr id="267" name="Shape 265"/>
          <p:cNvSpPr/>
          <p:nvPr/>
        </p:nvSpPr>
        <p:spPr>
          <a:xfrm>
            <a:off x="1152144" y="3090672"/>
            <a:ext cx="850392" cy="676656"/>
          </a:xfrm>
          <a:prstGeom prst="roundRect">
            <a:avLst>
              <a:gd name="adj" fmla="val 6757"/>
            </a:avLst>
          </a:prstGeom>
          <a:solidFill>
            <a:srgbClr val="FFFFFF"/>
          </a:solidFill>
          <a:ln/>
        </p:spPr>
      </p:sp>
      <p:sp>
        <p:nvSpPr>
          <p:cNvPr id="268" name="Text 266"/>
          <p:cNvSpPr txBox="1"/>
          <p:nvPr/>
        </p:nvSpPr>
        <p:spPr>
          <a:xfrm>
            <a:off x="1207008"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Maite</a:t>
            </a:r>
            <a:endParaRPr lang="en-US" sz="700" dirty="0"/>
          </a:p>
        </p:txBody>
      </p:sp>
      <p:sp>
        <p:nvSpPr>
          <p:cNvPr id="269" name="Shape 267"/>
          <p:cNvSpPr/>
          <p:nvPr/>
        </p:nvSpPr>
        <p:spPr>
          <a:xfrm>
            <a:off x="1207008" y="3346704"/>
            <a:ext cx="740664" cy="41148"/>
          </a:xfrm>
          <a:prstGeom prst="rect">
            <a:avLst/>
          </a:prstGeom>
          <a:solidFill>
            <a:srgbClr val="D9DDE1"/>
          </a:solidFill>
          <a:ln/>
        </p:spPr>
      </p:sp>
      <p:sp>
        <p:nvSpPr>
          <p:cNvPr id="270" name="Shape 268"/>
          <p:cNvSpPr/>
          <p:nvPr/>
        </p:nvSpPr>
        <p:spPr>
          <a:xfrm>
            <a:off x="1207008" y="3465576"/>
            <a:ext cx="740664" cy="41148"/>
          </a:xfrm>
          <a:prstGeom prst="rect">
            <a:avLst/>
          </a:prstGeom>
          <a:solidFill>
            <a:srgbClr val="D9DDE1"/>
          </a:solidFill>
          <a:ln/>
        </p:spPr>
      </p:sp>
      <p:sp>
        <p:nvSpPr>
          <p:cNvPr id="271" name="Shape 269"/>
          <p:cNvSpPr/>
          <p:nvPr/>
        </p:nvSpPr>
        <p:spPr>
          <a:xfrm>
            <a:off x="1207008" y="3584448"/>
            <a:ext cx="407365" cy="41148"/>
          </a:xfrm>
          <a:prstGeom prst="rect">
            <a:avLst/>
          </a:prstGeom>
          <a:solidFill>
            <a:srgbClr val="D9DDE1"/>
          </a:solidFill>
          <a:ln/>
        </p:spPr>
      </p:sp>
      <p:sp>
        <p:nvSpPr>
          <p:cNvPr id="272" name="Shape 270"/>
          <p:cNvSpPr/>
          <p:nvPr/>
        </p:nvSpPr>
        <p:spPr>
          <a:xfrm>
            <a:off x="2052828" y="3090672"/>
            <a:ext cx="850392" cy="676656"/>
          </a:xfrm>
          <a:prstGeom prst="roundRect">
            <a:avLst>
              <a:gd name="adj" fmla="val 6757"/>
            </a:avLst>
          </a:prstGeom>
          <a:solidFill>
            <a:srgbClr val="FFFFFF"/>
          </a:solidFill>
          <a:ln/>
        </p:spPr>
      </p:sp>
      <p:sp>
        <p:nvSpPr>
          <p:cNvPr id="273" name="Text 271"/>
          <p:cNvSpPr txBox="1"/>
          <p:nvPr/>
        </p:nvSpPr>
        <p:spPr>
          <a:xfrm>
            <a:off x="2107692"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Enzo</a:t>
            </a:r>
            <a:endParaRPr lang="en-US" sz="700" dirty="0"/>
          </a:p>
        </p:txBody>
      </p:sp>
      <p:sp>
        <p:nvSpPr>
          <p:cNvPr id="274" name="Shape 272"/>
          <p:cNvSpPr/>
          <p:nvPr/>
        </p:nvSpPr>
        <p:spPr>
          <a:xfrm>
            <a:off x="2107692" y="3346704"/>
            <a:ext cx="740664" cy="41148"/>
          </a:xfrm>
          <a:prstGeom prst="rect">
            <a:avLst/>
          </a:prstGeom>
          <a:solidFill>
            <a:srgbClr val="D9DDE1"/>
          </a:solidFill>
          <a:ln/>
        </p:spPr>
      </p:sp>
      <p:sp>
        <p:nvSpPr>
          <p:cNvPr id="275" name="Shape 273"/>
          <p:cNvSpPr/>
          <p:nvPr/>
        </p:nvSpPr>
        <p:spPr>
          <a:xfrm>
            <a:off x="2107692" y="3465576"/>
            <a:ext cx="740664" cy="41148"/>
          </a:xfrm>
          <a:prstGeom prst="rect">
            <a:avLst/>
          </a:prstGeom>
          <a:solidFill>
            <a:srgbClr val="D9DDE1"/>
          </a:solidFill>
          <a:ln/>
        </p:spPr>
      </p:sp>
      <p:sp>
        <p:nvSpPr>
          <p:cNvPr id="276" name="Shape 274"/>
          <p:cNvSpPr/>
          <p:nvPr/>
        </p:nvSpPr>
        <p:spPr>
          <a:xfrm>
            <a:off x="2107692" y="3584448"/>
            <a:ext cx="407365" cy="41148"/>
          </a:xfrm>
          <a:prstGeom prst="rect">
            <a:avLst/>
          </a:prstGeom>
          <a:solidFill>
            <a:srgbClr val="D9DDE1"/>
          </a:solidFill>
          <a:ln/>
        </p:spPr>
      </p:sp>
      <p:sp>
        <p:nvSpPr>
          <p:cNvPr id="277" name="Shape 275"/>
          <p:cNvSpPr/>
          <p:nvPr/>
        </p:nvSpPr>
        <p:spPr>
          <a:xfrm>
            <a:off x="2953512" y="3090672"/>
            <a:ext cx="850392" cy="676656"/>
          </a:xfrm>
          <a:prstGeom prst="roundRect">
            <a:avLst>
              <a:gd name="adj" fmla="val 6757"/>
            </a:avLst>
          </a:prstGeom>
          <a:solidFill>
            <a:srgbClr val="FFFFFF"/>
          </a:solidFill>
          <a:ln/>
        </p:spPr>
      </p:sp>
      <p:sp>
        <p:nvSpPr>
          <p:cNvPr id="278" name="Text 276"/>
          <p:cNvSpPr txBox="1"/>
          <p:nvPr/>
        </p:nvSpPr>
        <p:spPr>
          <a:xfrm>
            <a:off x="3008376"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Florencia</a:t>
            </a:r>
            <a:endParaRPr lang="en-US" sz="700" dirty="0"/>
          </a:p>
        </p:txBody>
      </p:sp>
      <p:sp>
        <p:nvSpPr>
          <p:cNvPr id="279" name="Shape 277"/>
          <p:cNvSpPr/>
          <p:nvPr/>
        </p:nvSpPr>
        <p:spPr>
          <a:xfrm>
            <a:off x="3008376" y="3346704"/>
            <a:ext cx="740664" cy="41148"/>
          </a:xfrm>
          <a:prstGeom prst="rect">
            <a:avLst/>
          </a:prstGeom>
          <a:solidFill>
            <a:srgbClr val="D9DDE1"/>
          </a:solidFill>
          <a:ln/>
        </p:spPr>
      </p:sp>
      <p:sp>
        <p:nvSpPr>
          <p:cNvPr id="280" name="Shape 278"/>
          <p:cNvSpPr/>
          <p:nvPr/>
        </p:nvSpPr>
        <p:spPr>
          <a:xfrm>
            <a:off x="3008376" y="3465576"/>
            <a:ext cx="740664" cy="41148"/>
          </a:xfrm>
          <a:prstGeom prst="rect">
            <a:avLst/>
          </a:prstGeom>
          <a:solidFill>
            <a:srgbClr val="D9DDE1"/>
          </a:solidFill>
          <a:ln/>
        </p:spPr>
      </p:sp>
      <p:sp>
        <p:nvSpPr>
          <p:cNvPr id="281" name="Shape 279"/>
          <p:cNvSpPr/>
          <p:nvPr/>
        </p:nvSpPr>
        <p:spPr>
          <a:xfrm>
            <a:off x="3008376" y="3584448"/>
            <a:ext cx="407365" cy="41148"/>
          </a:xfrm>
          <a:prstGeom prst="rect">
            <a:avLst/>
          </a:prstGeom>
          <a:solidFill>
            <a:srgbClr val="D9DDE1"/>
          </a:solidFill>
          <a:ln/>
        </p:spPr>
      </p:sp>
      <p:sp>
        <p:nvSpPr>
          <p:cNvPr id="282" name="Shape 280"/>
          <p:cNvSpPr/>
          <p:nvPr/>
        </p:nvSpPr>
        <p:spPr>
          <a:xfrm>
            <a:off x="3854196" y="3090672"/>
            <a:ext cx="850392" cy="676656"/>
          </a:xfrm>
          <a:prstGeom prst="roundRect">
            <a:avLst>
              <a:gd name="adj" fmla="val 6757"/>
            </a:avLst>
          </a:prstGeom>
          <a:solidFill>
            <a:srgbClr val="FFFFFF"/>
          </a:solidFill>
          <a:ln/>
        </p:spPr>
      </p:sp>
      <p:sp>
        <p:nvSpPr>
          <p:cNvPr id="283" name="Text 281"/>
          <p:cNvSpPr txBox="1"/>
          <p:nvPr/>
        </p:nvSpPr>
        <p:spPr>
          <a:xfrm>
            <a:off x="3909060"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Guadalupe</a:t>
            </a:r>
            <a:endParaRPr lang="en-US" sz="700" dirty="0"/>
          </a:p>
        </p:txBody>
      </p:sp>
      <p:sp>
        <p:nvSpPr>
          <p:cNvPr id="284" name="Shape 282"/>
          <p:cNvSpPr/>
          <p:nvPr/>
        </p:nvSpPr>
        <p:spPr>
          <a:xfrm>
            <a:off x="3909060" y="3346704"/>
            <a:ext cx="740664" cy="41148"/>
          </a:xfrm>
          <a:prstGeom prst="rect">
            <a:avLst/>
          </a:prstGeom>
          <a:solidFill>
            <a:srgbClr val="D9DDE1"/>
          </a:solidFill>
          <a:ln/>
        </p:spPr>
      </p:sp>
      <p:sp>
        <p:nvSpPr>
          <p:cNvPr id="285" name="Shape 283"/>
          <p:cNvSpPr/>
          <p:nvPr/>
        </p:nvSpPr>
        <p:spPr>
          <a:xfrm>
            <a:off x="3909060" y="3465576"/>
            <a:ext cx="740664" cy="41148"/>
          </a:xfrm>
          <a:prstGeom prst="rect">
            <a:avLst/>
          </a:prstGeom>
          <a:solidFill>
            <a:srgbClr val="D9DDE1"/>
          </a:solidFill>
          <a:ln/>
        </p:spPr>
      </p:sp>
      <p:sp>
        <p:nvSpPr>
          <p:cNvPr id="286" name="Shape 284"/>
          <p:cNvSpPr/>
          <p:nvPr/>
        </p:nvSpPr>
        <p:spPr>
          <a:xfrm>
            <a:off x="3909060" y="3584448"/>
            <a:ext cx="407365" cy="41148"/>
          </a:xfrm>
          <a:prstGeom prst="rect">
            <a:avLst/>
          </a:prstGeom>
          <a:solidFill>
            <a:srgbClr val="D9DDE1"/>
          </a:solidFill>
          <a:ln/>
        </p:spPr>
      </p:sp>
      <p:sp>
        <p:nvSpPr>
          <p:cNvPr id="287" name="Shape 285"/>
          <p:cNvSpPr/>
          <p:nvPr/>
        </p:nvSpPr>
        <p:spPr>
          <a:xfrm>
            <a:off x="4754880" y="3090672"/>
            <a:ext cx="850392" cy="676656"/>
          </a:xfrm>
          <a:prstGeom prst="roundRect">
            <a:avLst>
              <a:gd name="adj" fmla="val 6757"/>
            </a:avLst>
          </a:prstGeom>
          <a:solidFill>
            <a:srgbClr val="FFFFFF"/>
          </a:solidFill>
          <a:ln/>
        </p:spPr>
      </p:sp>
      <p:sp>
        <p:nvSpPr>
          <p:cNvPr id="288" name="Text 286"/>
          <p:cNvSpPr txBox="1"/>
          <p:nvPr/>
        </p:nvSpPr>
        <p:spPr>
          <a:xfrm>
            <a:off x="4809744"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Dante</a:t>
            </a:r>
            <a:endParaRPr lang="en-US" sz="700" dirty="0"/>
          </a:p>
        </p:txBody>
      </p:sp>
      <p:sp>
        <p:nvSpPr>
          <p:cNvPr id="289" name="Shape 287"/>
          <p:cNvSpPr/>
          <p:nvPr/>
        </p:nvSpPr>
        <p:spPr>
          <a:xfrm>
            <a:off x="4809744" y="3346704"/>
            <a:ext cx="740664" cy="41148"/>
          </a:xfrm>
          <a:prstGeom prst="rect">
            <a:avLst/>
          </a:prstGeom>
          <a:solidFill>
            <a:srgbClr val="D9DDE1"/>
          </a:solidFill>
          <a:ln/>
        </p:spPr>
      </p:sp>
      <p:sp>
        <p:nvSpPr>
          <p:cNvPr id="290" name="Shape 288"/>
          <p:cNvSpPr/>
          <p:nvPr/>
        </p:nvSpPr>
        <p:spPr>
          <a:xfrm>
            <a:off x="4809744" y="3465576"/>
            <a:ext cx="740664" cy="41148"/>
          </a:xfrm>
          <a:prstGeom prst="rect">
            <a:avLst/>
          </a:prstGeom>
          <a:solidFill>
            <a:srgbClr val="D9DDE1"/>
          </a:solidFill>
          <a:ln/>
        </p:spPr>
      </p:sp>
      <p:sp>
        <p:nvSpPr>
          <p:cNvPr id="291" name="Shape 289"/>
          <p:cNvSpPr/>
          <p:nvPr/>
        </p:nvSpPr>
        <p:spPr>
          <a:xfrm>
            <a:off x="4809744" y="3584448"/>
            <a:ext cx="407365" cy="41148"/>
          </a:xfrm>
          <a:prstGeom prst="rect">
            <a:avLst/>
          </a:prstGeom>
          <a:solidFill>
            <a:srgbClr val="D9DDE1"/>
          </a:solidFill>
          <a:ln/>
        </p:spPr>
      </p:sp>
      <p:sp>
        <p:nvSpPr>
          <p:cNvPr id="292" name="Shape 290"/>
          <p:cNvSpPr/>
          <p:nvPr/>
        </p:nvSpPr>
        <p:spPr>
          <a:xfrm>
            <a:off x="5655564" y="3090672"/>
            <a:ext cx="850392" cy="676656"/>
          </a:xfrm>
          <a:prstGeom prst="roundRect">
            <a:avLst>
              <a:gd name="adj" fmla="val 6757"/>
            </a:avLst>
          </a:prstGeom>
          <a:solidFill>
            <a:srgbClr val="FFFFFF"/>
          </a:solidFill>
          <a:ln/>
        </p:spPr>
      </p:sp>
      <p:sp>
        <p:nvSpPr>
          <p:cNvPr id="293" name="Text 291"/>
          <p:cNvSpPr txBox="1"/>
          <p:nvPr/>
        </p:nvSpPr>
        <p:spPr>
          <a:xfrm>
            <a:off x="5710428"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Florencia</a:t>
            </a:r>
            <a:endParaRPr lang="en-US" sz="700" dirty="0"/>
          </a:p>
        </p:txBody>
      </p:sp>
      <p:sp>
        <p:nvSpPr>
          <p:cNvPr id="294" name="Shape 292"/>
          <p:cNvSpPr/>
          <p:nvPr/>
        </p:nvSpPr>
        <p:spPr>
          <a:xfrm>
            <a:off x="5710428" y="3346704"/>
            <a:ext cx="740664" cy="41148"/>
          </a:xfrm>
          <a:prstGeom prst="rect">
            <a:avLst/>
          </a:prstGeom>
          <a:solidFill>
            <a:srgbClr val="D9DDE1"/>
          </a:solidFill>
          <a:ln/>
        </p:spPr>
      </p:sp>
      <p:sp>
        <p:nvSpPr>
          <p:cNvPr id="295" name="Shape 293"/>
          <p:cNvSpPr/>
          <p:nvPr/>
        </p:nvSpPr>
        <p:spPr>
          <a:xfrm>
            <a:off x="5710428" y="3465576"/>
            <a:ext cx="740664" cy="41148"/>
          </a:xfrm>
          <a:prstGeom prst="rect">
            <a:avLst/>
          </a:prstGeom>
          <a:solidFill>
            <a:srgbClr val="D9DDE1"/>
          </a:solidFill>
          <a:ln/>
        </p:spPr>
      </p:sp>
      <p:sp>
        <p:nvSpPr>
          <p:cNvPr id="296" name="Shape 294"/>
          <p:cNvSpPr/>
          <p:nvPr/>
        </p:nvSpPr>
        <p:spPr>
          <a:xfrm>
            <a:off x="5710428" y="3584448"/>
            <a:ext cx="407365" cy="41148"/>
          </a:xfrm>
          <a:prstGeom prst="rect">
            <a:avLst/>
          </a:prstGeom>
          <a:solidFill>
            <a:srgbClr val="D9DDE1"/>
          </a:solidFill>
          <a:ln/>
        </p:spPr>
      </p:sp>
      <p:sp>
        <p:nvSpPr>
          <p:cNvPr id="297" name="Shape 295"/>
          <p:cNvSpPr/>
          <p:nvPr/>
        </p:nvSpPr>
        <p:spPr>
          <a:xfrm>
            <a:off x="6556248" y="3090672"/>
            <a:ext cx="850392" cy="676656"/>
          </a:xfrm>
          <a:prstGeom prst="roundRect">
            <a:avLst>
              <a:gd name="adj" fmla="val 6757"/>
            </a:avLst>
          </a:prstGeom>
          <a:solidFill>
            <a:srgbClr val="FFFFFF"/>
          </a:solidFill>
          <a:ln/>
        </p:spPr>
      </p:sp>
      <p:sp>
        <p:nvSpPr>
          <p:cNvPr id="298" name="Text 296"/>
          <p:cNvSpPr txBox="1"/>
          <p:nvPr/>
        </p:nvSpPr>
        <p:spPr>
          <a:xfrm>
            <a:off x="6611112"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Valentin</a:t>
            </a:r>
            <a:endParaRPr lang="en-US" sz="700" dirty="0"/>
          </a:p>
        </p:txBody>
      </p:sp>
      <p:sp>
        <p:nvSpPr>
          <p:cNvPr id="299" name="Shape 297"/>
          <p:cNvSpPr/>
          <p:nvPr/>
        </p:nvSpPr>
        <p:spPr>
          <a:xfrm>
            <a:off x="6611112" y="3346704"/>
            <a:ext cx="740664" cy="41148"/>
          </a:xfrm>
          <a:prstGeom prst="rect">
            <a:avLst/>
          </a:prstGeom>
          <a:solidFill>
            <a:srgbClr val="D9DDE1"/>
          </a:solidFill>
          <a:ln/>
        </p:spPr>
      </p:sp>
      <p:sp>
        <p:nvSpPr>
          <p:cNvPr id="300" name="Shape 298"/>
          <p:cNvSpPr/>
          <p:nvPr/>
        </p:nvSpPr>
        <p:spPr>
          <a:xfrm>
            <a:off x="6611112" y="3465576"/>
            <a:ext cx="740664" cy="41148"/>
          </a:xfrm>
          <a:prstGeom prst="rect">
            <a:avLst/>
          </a:prstGeom>
          <a:solidFill>
            <a:srgbClr val="D9DDE1"/>
          </a:solidFill>
          <a:ln/>
        </p:spPr>
      </p:sp>
      <p:sp>
        <p:nvSpPr>
          <p:cNvPr id="301" name="Shape 299"/>
          <p:cNvSpPr/>
          <p:nvPr/>
        </p:nvSpPr>
        <p:spPr>
          <a:xfrm>
            <a:off x="6611112" y="3584448"/>
            <a:ext cx="407365" cy="41148"/>
          </a:xfrm>
          <a:prstGeom prst="rect">
            <a:avLst/>
          </a:prstGeom>
          <a:solidFill>
            <a:srgbClr val="D9DDE1"/>
          </a:solidFill>
          <a:ln/>
        </p:spPr>
      </p:sp>
      <p:sp>
        <p:nvSpPr>
          <p:cNvPr id="302" name="Shape 300"/>
          <p:cNvSpPr/>
          <p:nvPr/>
        </p:nvSpPr>
        <p:spPr>
          <a:xfrm>
            <a:off x="7456932" y="3090672"/>
            <a:ext cx="850392" cy="676656"/>
          </a:xfrm>
          <a:prstGeom prst="roundRect">
            <a:avLst>
              <a:gd name="adj" fmla="val 6757"/>
            </a:avLst>
          </a:prstGeom>
          <a:solidFill>
            <a:srgbClr val="FFFFFF"/>
          </a:solidFill>
          <a:ln/>
        </p:spPr>
      </p:sp>
      <p:sp>
        <p:nvSpPr>
          <p:cNvPr id="303" name="Text 301"/>
          <p:cNvSpPr txBox="1"/>
          <p:nvPr/>
        </p:nvSpPr>
        <p:spPr>
          <a:xfrm>
            <a:off x="7511796"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Martina</a:t>
            </a:r>
            <a:endParaRPr lang="en-US" sz="700" dirty="0"/>
          </a:p>
        </p:txBody>
      </p:sp>
      <p:sp>
        <p:nvSpPr>
          <p:cNvPr id="304" name="Shape 302"/>
          <p:cNvSpPr/>
          <p:nvPr/>
        </p:nvSpPr>
        <p:spPr>
          <a:xfrm>
            <a:off x="7511796" y="3346704"/>
            <a:ext cx="740664" cy="41148"/>
          </a:xfrm>
          <a:prstGeom prst="rect">
            <a:avLst/>
          </a:prstGeom>
          <a:solidFill>
            <a:srgbClr val="D9DDE1"/>
          </a:solidFill>
          <a:ln/>
        </p:spPr>
      </p:sp>
      <p:sp>
        <p:nvSpPr>
          <p:cNvPr id="305" name="Shape 303"/>
          <p:cNvSpPr/>
          <p:nvPr/>
        </p:nvSpPr>
        <p:spPr>
          <a:xfrm>
            <a:off x="7511796" y="3465576"/>
            <a:ext cx="740664" cy="41148"/>
          </a:xfrm>
          <a:prstGeom prst="rect">
            <a:avLst/>
          </a:prstGeom>
          <a:solidFill>
            <a:srgbClr val="D9DDE1"/>
          </a:solidFill>
          <a:ln/>
        </p:spPr>
      </p:sp>
      <p:sp>
        <p:nvSpPr>
          <p:cNvPr id="306" name="Shape 304"/>
          <p:cNvSpPr/>
          <p:nvPr/>
        </p:nvSpPr>
        <p:spPr>
          <a:xfrm>
            <a:off x="7511796" y="3584448"/>
            <a:ext cx="407365" cy="41148"/>
          </a:xfrm>
          <a:prstGeom prst="rect">
            <a:avLst/>
          </a:prstGeom>
          <a:solidFill>
            <a:srgbClr val="D9DDE1"/>
          </a:solidFill>
          <a:ln/>
        </p:spPr>
      </p:sp>
      <p:sp>
        <p:nvSpPr>
          <p:cNvPr id="307" name="Shape 305"/>
          <p:cNvSpPr/>
          <p:nvPr/>
        </p:nvSpPr>
        <p:spPr>
          <a:xfrm>
            <a:off x="8357616" y="3090672"/>
            <a:ext cx="850392" cy="676656"/>
          </a:xfrm>
          <a:prstGeom prst="roundRect">
            <a:avLst>
              <a:gd name="adj" fmla="val 6757"/>
            </a:avLst>
          </a:prstGeom>
          <a:solidFill>
            <a:srgbClr val="FFFFFF"/>
          </a:solidFill>
          <a:ln/>
        </p:spPr>
      </p:sp>
      <p:sp>
        <p:nvSpPr>
          <p:cNvPr id="308" name="Text 306"/>
          <p:cNvSpPr txBox="1"/>
          <p:nvPr/>
        </p:nvSpPr>
        <p:spPr>
          <a:xfrm>
            <a:off x="8412480"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Pilar</a:t>
            </a:r>
            <a:endParaRPr lang="en-US" sz="700" dirty="0"/>
          </a:p>
        </p:txBody>
      </p:sp>
      <p:sp>
        <p:nvSpPr>
          <p:cNvPr id="309" name="Shape 307"/>
          <p:cNvSpPr/>
          <p:nvPr/>
        </p:nvSpPr>
        <p:spPr>
          <a:xfrm>
            <a:off x="8412480" y="3346704"/>
            <a:ext cx="740664" cy="41148"/>
          </a:xfrm>
          <a:prstGeom prst="rect">
            <a:avLst/>
          </a:prstGeom>
          <a:solidFill>
            <a:srgbClr val="D9DDE1"/>
          </a:solidFill>
          <a:ln/>
        </p:spPr>
      </p:sp>
      <p:sp>
        <p:nvSpPr>
          <p:cNvPr id="310" name="Shape 308"/>
          <p:cNvSpPr/>
          <p:nvPr/>
        </p:nvSpPr>
        <p:spPr>
          <a:xfrm>
            <a:off x="8412480" y="3465576"/>
            <a:ext cx="740664" cy="41148"/>
          </a:xfrm>
          <a:prstGeom prst="rect">
            <a:avLst/>
          </a:prstGeom>
          <a:solidFill>
            <a:srgbClr val="D9DDE1"/>
          </a:solidFill>
          <a:ln/>
        </p:spPr>
      </p:sp>
      <p:sp>
        <p:nvSpPr>
          <p:cNvPr id="311" name="Shape 309"/>
          <p:cNvSpPr/>
          <p:nvPr/>
        </p:nvSpPr>
        <p:spPr>
          <a:xfrm>
            <a:off x="8412480" y="3584448"/>
            <a:ext cx="407365" cy="41148"/>
          </a:xfrm>
          <a:prstGeom prst="rect">
            <a:avLst/>
          </a:prstGeom>
          <a:solidFill>
            <a:srgbClr val="D9DDE1"/>
          </a:solidFill>
          <a:ln/>
        </p:spPr>
      </p:sp>
      <p:sp>
        <p:nvSpPr>
          <p:cNvPr id="312" name="Shape 310"/>
          <p:cNvSpPr/>
          <p:nvPr/>
        </p:nvSpPr>
        <p:spPr>
          <a:xfrm>
            <a:off x="9258300" y="3090672"/>
            <a:ext cx="850392" cy="676656"/>
          </a:xfrm>
          <a:prstGeom prst="roundRect">
            <a:avLst>
              <a:gd name="adj" fmla="val 6757"/>
            </a:avLst>
          </a:prstGeom>
          <a:solidFill>
            <a:srgbClr val="FFFFFF"/>
          </a:solidFill>
          <a:ln/>
        </p:spPr>
      </p:sp>
      <p:sp>
        <p:nvSpPr>
          <p:cNvPr id="313" name="Text 311"/>
          <p:cNvSpPr txBox="1"/>
          <p:nvPr/>
        </p:nvSpPr>
        <p:spPr>
          <a:xfrm>
            <a:off x="9313164"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Bautista</a:t>
            </a:r>
            <a:endParaRPr lang="en-US" sz="700" dirty="0"/>
          </a:p>
        </p:txBody>
      </p:sp>
      <p:sp>
        <p:nvSpPr>
          <p:cNvPr id="314" name="Shape 312"/>
          <p:cNvSpPr/>
          <p:nvPr/>
        </p:nvSpPr>
        <p:spPr>
          <a:xfrm>
            <a:off x="9313164" y="3346704"/>
            <a:ext cx="740664" cy="41148"/>
          </a:xfrm>
          <a:prstGeom prst="rect">
            <a:avLst/>
          </a:prstGeom>
          <a:solidFill>
            <a:srgbClr val="D9DDE1"/>
          </a:solidFill>
          <a:ln/>
        </p:spPr>
      </p:sp>
      <p:sp>
        <p:nvSpPr>
          <p:cNvPr id="315" name="Shape 313"/>
          <p:cNvSpPr/>
          <p:nvPr/>
        </p:nvSpPr>
        <p:spPr>
          <a:xfrm>
            <a:off x="9313164" y="3465576"/>
            <a:ext cx="740664" cy="41148"/>
          </a:xfrm>
          <a:prstGeom prst="rect">
            <a:avLst/>
          </a:prstGeom>
          <a:solidFill>
            <a:srgbClr val="D9DDE1"/>
          </a:solidFill>
          <a:ln/>
        </p:spPr>
      </p:sp>
      <p:sp>
        <p:nvSpPr>
          <p:cNvPr id="316" name="Shape 314"/>
          <p:cNvSpPr/>
          <p:nvPr/>
        </p:nvSpPr>
        <p:spPr>
          <a:xfrm>
            <a:off x="9313164" y="3584448"/>
            <a:ext cx="407365" cy="41148"/>
          </a:xfrm>
          <a:prstGeom prst="rect">
            <a:avLst/>
          </a:prstGeom>
          <a:solidFill>
            <a:srgbClr val="D9DDE1"/>
          </a:solidFill>
          <a:ln/>
        </p:spPr>
      </p:sp>
      <p:sp>
        <p:nvSpPr>
          <p:cNvPr id="317" name="Shape 315"/>
          <p:cNvSpPr/>
          <p:nvPr/>
        </p:nvSpPr>
        <p:spPr>
          <a:xfrm>
            <a:off x="10158984" y="3090672"/>
            <a:ext cx="850392" cy="676656"/>
          </a:xfrm>
          <a:prstGeom prst="roundRect">
            <a:avLst>
              <a:gd name="adj" fmla="val 6757"/>
            </a:avLst>
          </a:prstGeom>
          <a:solidFill>
            <a:srgbClr val="FFFFFF"/>
          </a:solidFill>
          <a:ln/>
        </p:spPr>
      </p:sp>
      <p:sp>
        <p:nvSpPr>
          <p:cNvPr id="318" name="Text 316"/>
          <p:cNvSpPr txBox="1"/>
          <p:nvPr/>
        </p:nvSpPr>
        <p:spPr>
          <a:xfrm>
            <a:off x="10213848"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Sofia</a:t>
            </a:r>
            <a:endParaRPr lang="en-US" sz="700" dirty="0"/>
          </a:p>
        </p:txBody>
      </p:sp>
      <p:sp>
        <p:nvSpPr>
          <p:cNvPr id="319" name="Shape 317"/>
          <p:cNvSpPr/>
          <p:nvPr/>
        </p:nvSpPr>
        <p:spPr>
          <a:xfrm>
            <a:off x="10213848" y="3346704"/>
            <a:ext cx="740664" cy="41148"/>
          </a:xfrm>
          <a:prstGeom prst="rect">
            <a:avLst/>
          </a:prstGeom>
          <a:solidFill>
            <a:srgbClr val="D9DDE1"/>
          </a:solidFill>
          <a:ln/>
        </p:spPr>
      </p:sp>
      <p:sp>
        <p:nvSpPr>
          <p:cNvPr id="320" name="Shape 318"/>
          <p:cNvSpPr/>
          <p:nvPr/>
        </p:nvSpPr>
        <p:spPr>
          <a:xfrm>
            <a:off x="10213848" y="3465576"/>
            <a:ext cx="740664" cy="41148"/>
          </a:xfrm>
          <a:prstGeom prst="rect">
            <a:avLst/>
          </a:prstGeom>
          <a:solidFill>
            <a:srgbClr val="D9DDE1"/>
          </a:solidFill>
          <a:ln/>
        </p:spPr>
      </p:sp>
      <p:sp>
        <p:nvSpPr>
          <p:cNvPr id="321" name="Shape 319"/>
          <p:cNvSpPr/>
          <p:nvPr/>
        </p:nvSpPr>
        <p:spPr>
          <a:xfrm>
            <a:off x="10213848" y="3584448"/>
            <a:ext cx="407365" cy="41148"/>
          </a:xfrm>
          <a:prstGeom prst="rect">
            <a:avLst/>
          </a:prstGeom>
          <a:solidFill>
            <a:srgbClr val="D9DDE1"/>
          </a:solidFill>
          <a:ln/>
        </p:spPr>
      </p:sp>
      <p:sp>
        <p:nvSpPr>
          <p:cNvPr id="322" name="Shape 320"/>
          <p:cNvSpPr/>
          <p:nvPr/>
        </p:nvSpPr>
        <p:spPr>
          <a:xfrm>
            <a:off x="11059668" y="3090672"/>
            <a:ext cx="850392" cy="676656"/>
          </a:xfrm>
          <a:prstGeom prst="roundRect">
            <a:avLst>
              <a:gd name="adj" fmla="val 6757"/>
            </a:avLst>
          </a:prstGeom>
          <a:solidFill>
            <a:srgbClr val="FFFFFF"/>
          </a:solidFill>
          <a:ln/>
        </p:spPr>
      </p:sp>
      <p:sp>
        <p:nvSpPr>
          <p:cNvPr id="323" name="Text 321"/>
          <p:cNvSpPr txBox="1"/>
          <p:nvPr/>
        </p:nvSpPr>
        <p:spPr>
          <a:xfrm>
            <a:off x="11114532" y="3136392"/>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Guadalupe</a:t>
            </a:r>
            <a:endParaRPr lang="en-US" sz="700" dirty="0"/>
          </a:p>
        </p:txBody>
      </p:sp>
      <p:sp>
        <p:nvSpPr>
          <p:cNvPr id="324" name="Shape 322"/>
          <p:cNvSpPr/>
          <p:nvPr/>
        </p:nvSpPr>
        <p:spPr>
          <a:xfrm>
            <a:off x="11114532" y="3346704"/>
            <a:ext cx="740664" cy="41148"/>
          </a:xfrm>
          <a:prstGeom prst="rect">
            <a:avLst/>
          </a:prstGeom>
          <a:solidFill>
            <a:srgbClr val="D9DDE1"/>
          </a:solidFill>
          <a:ln/>
        </p:spPr>
      </p:sp>
      <p:sp>
        <p:nvSpPr>
          <p:cNvPr id="325" name="Shape 323"/>
          <p:cNvSpPr/>
          <p:nvPr/>
        </p:nvSpPr>
        <p:spPr>
          <a:xfrm>
            <a:off x="11114532" y="3465576"/>
            <a:ext cx="740664" cy="41148"/>
          </a:xfrm>
          <a:prstGeom prst="rect">
            <a:avLst/>
          </a:prstGeom>
          <a:solidFill>
            <a:srgbClr val="D9DDE1"/>
          </a:solidFill>
          <a:ln/>
        </p:spPr>
      </p:sp>
      <p:sp>
        <p:nvSpPr>
          <p:cNvPr id="326" name="Shape 324"/>
          <p:cNvSpPr/>
          <p:nvPr/>
        </p:nvSpPr>
        <p:spPr>
          <a:xfrm>
            <a:off x="11114532" y="3584448"/>
            <a:ext cx="407365" cy="41148"/>
          </a:xfrm>
          <a:prstGeom prst="rect">
            <a:avLst/>
          </a:prstGeom>
          <a:solidFill>
            <a:srgbClr val="D9DDE1"/>
          </a:solidFill>
          <a:ln/>
        </p:spPr>
      </p:sp>
      <p:sp>
        <p:nvSpPr>
          <p:cNvPr id="327" name="Shape 325"/>
          <p:cNvSpPr/>
          <p:nvPr/>
        </p:nvSpPr>
        <p:spPr>
          <a:xfrm>
            <a:off x="251460" y="3817620"/>
            <a:ext cx="850392" cy="676656"/>
          </a:xfrm>
          <a:prstGeom prst="roundRect">
            <a:avLst>
              <a:gd name="adj" fmla="val 6757"/>
            </a:avLst>
          </a:prstGeom>
          <a:solidFill>
            <a:srgbClr val="FFFFFF"/>
          </a:solidFill>
          <a:ln/>
        </p:spPr>
      </p:sp>
      <p:sp>
        <p:nvSpPr>
          <p:cNvPr id="328" name="Text 326"/>
          <p:cNvSpPr txBox="1"/>
          <p:nvPr/>
        </p:nvSpPr>
        <p:spPr>
          <a:xfrm>
            <a:off x="306324"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Bruno</a:t>
            </a:r>
            <a:endParaRPr lang="en-US" sz="700" dirty="0"/>
          </a:p>
        </p:txBody>
      </p:sp>
      <p:sp>
        <p:nvSpPr>
          <p:cNvPr id="329" name="Shape 327"/>
          <p:cNvSpPr/>
          <p:nvPr/>
        </p:nvSpPr>
        <p:spPr>
          <a:xfrm>
            <a:off x="306324" y="4073652"/>
            <a:ext cx="740664" cy="41148"/>
          </a:xfrm>
          <a:prstGeom prst="rect">
            <a:avLst/>
          </a:prstGeom>
          <a:solidFill>
            <a:srgbClr val="D9DDE1"/>
          </a:solidFill>
          <a:ln/>
        </p:spPr>
      </p:sp>
      <p:sp>
        <p:nvSpPr>
          <p:cNvPr id="330" name="Shape 328"/>
          <p:cNvSpPr/>
          <p:nvPr/>
        </p:nvSpPr>
        <p:spPr>
          <a:xfrm>
            <a:off x="306324" y="4192524"/>
            <a:ext cx="740664" cy="41148"/>
          </a:xfrm>
          <a:prstGeom prst="rect">
            <a:avLst/>
          </a:prstGeom>
          <a:solidFill>
            <a:srgbClr val="D9DDE1"/>
          </a:solidFill>
          <a:ln/>
        </p:spPr>
      </p:sp>
      <p:sp>
        <p:nvSpPr>
          <p:cNvPr id="331" name="Shape 329"/>
          <p:cNvSpPr/>
          <p:nvPr/>
        </p:nvSpPr>
        <p:spPr>
          <a:xfrm>
            <a:off x="306324" y="4311396"/>
            <a:ext cx="407365" cy="41148"/>
          </a:xfrm>
          <a:prstGeom prst="rect">
            <a:avLst/>
          </a:prstGeom>
          <a:solidFill>
            <a:srgbClr val="D9DDE1"/>
          </a:solidFill>
          <a:ln/>
        </p:spPr>
      </p:sp>
      <p:sp>
        <p:nvSpPr>
          <p:cNvPr id="332" name="Shape 330"/>
          <p:cNvSpPr/>
          <p:nvPr/>
        </p:nvSpPr>
        <p:spPr>
          <a:xfrm>
            <a:off x="1152144" y="3817620"/>
            <a:ext cx="850392" cy="676656"/>
          </a:xfrm>
          <a:prstGeom prst="roundRect">
            <a:avLst>
              <a:gd name="adj" fmla="val 6757"/>
            </a:avLst>
          </a:prstGeom>
          <a:solidFill>
            <a:srgbClr val="FFFFFF"/>
          </a:solidFill>
          <a:ln/>
        </p:spPr>
      </p:sp>
      <p:sp>
        <p:nvSpPr>
          <p:cNvPr id="333" name="Text 331"/>
          <p:cNvSpPr txBox="1"/>
          <p:nvPr/>
        </p:nvSpPr>
        <p:spPr>
          <a:xfrm>
            <a:off x="1207008"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Rodrigo</a:t>
            </a:r>
            <a:endParaRPr lang="en-US" sz="700" dirty="0"/>
          </a:p>
        </p:txBody>
      </p:sp>
      <p:sp>
        <p:nvSpPr>
          <p:cNvPr id="334" name="Shape 332"/>
          <p:cNvSpPr/>
          <p:nvPr/>
        </p:nvSpPr>
        <p:spPr>
          <a:xfrm>
            <a:off x="1207008" y="4073652"/>
            <a:ext cx="740664" cy="41148"/>
          </a:xfrm>
          <a:prstGeom prst="rect">
            <a:avLst/>
          </a:prstGeom>
          <a:solidFill>
            <a:srgbClr val="D9DDE1"/>
          </a:solidFill>
          <a:ln/>
        </p:spPr>
      </p:sp>
      <p:sp>
        <p:nvSpPr>
          <p:cNvPr id="335" name="Shape 333"/>
          <p:cNvSpPr/>
          <p:nvPr/>
        </p:nvSpPr>
        <p:spPr>
          <a:xfrm>
            <a:off x="1207008" y="4192524"/>
            <a:ext cx="740664" cy="41148"/>
          </a:xfrm>
          <a:prstGeom prst="rect">
            <a:avLst/>
          </a:prstGeom>
          <a:solidFill>
            <a:srgbClr val="D9DDE1"/>
          </a:solidFill>
          <a:ln/>
        </p:spPr>
      </p:sp>
      <p:sp>
        <p:nvSpPr>
          <p:cNvPr id="336" name="Shape 334"/>
          <p:cNvSpPr/>
          <p:nvPr/>
        </p:nvSpPr>
        <p:spPr>
          <a:xfrm>
            <a:off x="1207008" y="4311396"/>
            <a:ext cx="407365" cy="41148"/>
          </a:xfrm>
          <a:prstGeom prst="rect">
            <a:avLst/>
          </a:prstGeom>
          <a:solidFill>
            <a:srgbClr val="D9DDE1"/>
          </a:solidFill>
          <a:ln/>
        </p:spPr>
      </p:sp>
      <p:sp>
        <p:nvSpPr>
          <p:cNvPr id="337" name="Shape 335"/>
          <p:cNvSpPr/>
          <p:nvPr/>
        </p:nvSpPr>
        <p:spPr>
          <a:xfrm>
            <a:off x="2052828" y="3817620"/>
            <a:ext cx="850392" cy="676656"/>
          </a:xfrm>
          <a:prstGeom prst="roundRect">
            <a:avLst>
              <a:gd name="adj" fmla="val 6757"/>
            </a:avLst>
          </a:prstGeom>
          <a:solidFill>
            <a:srgbClr val="FFFFFF"/>
          </a:solidFill>
          <a:ln/>
        </p:spPr>
      </p:sp>
      <p:sp>
        <p:nvSpPr>
          <p:cNvPr id="338" name="Text 336"/>
          <p:cNvSpPr txBox="1"/>
          <p:nvPr/>
        </p:nvSpPr>
        <p:spPr>
          <a:xfrm>
            <a:off x="2107692"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a:t>
            </a:r>
            <a:endParaRPr lang="en-US" sz="700" dirty="0"/>
          </a:p>
        </p:txBody>
      </p:sp>
      <p:sp>
        <p:nvSpPr>
          <p:cNvPr id="339" name="Shape 337"/>
          <p:cNvSpPr/>
          <p:nvPr/>
        </p:nvSpPr>
        <p:spPr>
          <a:xfrm>
            <a:off x="2107692" y="4073652"/>
            <a:ext cx="740664" cy="41148"/>
          </a:xfrm>
          <a:prstGeom prst="rect">
            <a:avLst/>
          </a:prstGeom>
          <a:solidFill>
            <a:srgbClr val="D9DDE1"/>
          </a:solidFill>
          <a:ln/>
        </p:spPr>
      </p:sp>
      <p:sp>
        <p:nvSpPr>
          <p:cNvPr id="340" name="Shape 338"/>
          <p:cNvSpPr/>
          <p:nvPr/>
        </p:nvSpPr>
        <p:spPr>
          <a:xfrm>
            <a:off x="2107692" y="4192524"/>
            <a:ext cx="740664" cy="41148"/>
          </a:xfrm>
          <a:prstGeom prst="rect">
            <a:avLst/>
          </a:prstGeom>
          <a:solidFill>
            <a:srgbClr val="D9DDE1"/>
          </a:solidFill>
          <a:ln/>
        </p:spPr>
      </p:sp>
      <p:sp>
        <p:nvSpPr>
          <p:cNvPr id="341" name="Shape 339"/>
          <p:cNvSpPr/>
          <p:nvPr/>
        </p:nvSpPr>
        <p:spPr>
          <a:xfrm>
            <a:off x="2107692" y="4311396"/>
            <a:ext cx="407365" cy="41148"/>
          </a:xfrm>
          <a:prstGeom prst="rect">
            <a:avLst/>
          </a:prstGeom>
          <a:solidFill>
            <a:srgbClr val="D9DDE1"/>
          </a:solidFill>
          <a:ln/>
        </p:spPr>
      </p:sp>
      <p:sp>
        <p:nvSpPr>
          <p:cNvPr id="342" name="Shape 340"/>
          <p:cNvSpPr/>
          <p:nvPr/>
        </p:nvSpPr>
        <p:spPr>
          <a:xfrm>
            <a:off x="2953512" y="3817620"/>
            <a:ext cx="850392" cy="676656"/>
          </a:xfrm>
          <a:prstGeom prst="roundRect">
            <a:avLst>
              <a:gd name="adj" fmla="val 6757"/>
            </a:avLst>
          </a:prstGeom>
          <a:solidFill>
            <a:srgbClr val="FFFFFF"/>
          </a:solidFill>
          <a:ln/>
        </p:spPr>
      </p:sp>
      <p:sp>
        <p:nvSpPr>
          <p:cNvPr id="343" name="Text 341"/>
          <p:cNvSpPr txBox="1"/>
          <p:nvPr/>
        </p:nvSpPr>
        <p:spPr>
          <a:xfrm>
            <a:off x="3008376"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Dante</a:t>
            </a:r>
            <a:endParaRPr lang="en-US" sz="700" dirty="0"/>
          </a:p>
        </p:txBody>
      </p:sp>
      <p:sp>
        <p:nvSpPr>
          <p:cNvPr id="344" name="Shape 342"/>
          <p:cNvSpPr/>
          <p:nvPr/>
        </p:nvSpPr>
        <p:spPr>
          <a:xfrm>
            <a:off x="3008376" y="4073652"/>
            <a:ext cx="740664" cy="41148"/>
          </a:xfrm>
          <a:prstGeom prst="rect">
            <a:avLst/>
          </a:prstGeom>
          <a:solidFill>
            <a:srgbClr val="D9DDE1"/>
          </a:solidFill>
          <a:ln/>
        </p:spPr>
      </p:sp>
      <p:sp>
        <p:nvSpPr>
          <p:cNvPr id="345" name="Shape 343"/>
          <p:cNvSpPr/>
          <p:nvPr/>
        </p:nvSpPr>
        <p:spPr>
          <a:xfrm>
            <a:off x="3008376" y="4192524"/>
            <a:ext cx="740664" cy="41148"/>
          </a:xfrm>
          <a:prstGeom prst="rect">
            <a:avLst/>
          </a:prstGeom>
          <a:solidFill>
            <a:srgbClr val="D9DDE1"/>
          </a:solidFill>
          <a:ln/>
        </p:spPr>
      </p:sp>
      <p:sp>
        <p:nvSpPr>
          <p:cNvPr id="346" name="Shape 344"/>
          <p:cNvSpPr/>
          <p:nvPr/>
        </p:nvSpPr>
        <p:spPr>
          <a:xfrm>
            <a:off x="3008376" y="4311396"/>
            <a:ext cx="407365" cy="41148"/>
          </a:xfrm>
          <a:prstGeom prst="rect">
            <a:avLst/>
          </a:prstGeom>
          <a:solidFill>
            <a:srgbClr val="D9DDE1"/>
          </a:solidFill>
          <a:ln/>
        </p:spPr>
      </p:sp>
      <p:sp>
        <p:nvSpPr>
          <p:cNvPr id="347" name="Shape 345"/>
          <p:cNvSpPr/>
          <p:nvPr/>
        </p:nvSpPr>
        <p:spPr>
          <a:xfrm>
            <a:off x="3854196" y="3817620"/>
            <a:ext cx="850392" cy="676656"/>
          </a:xfrm>
          <a:prstGeom prst="roundRect">
            <a:avLst>
              <a:gd name="adj" fmla="val 6757"/>
            </a:avLst>
          </a:prstGeom>
          <a:solidFill>
            <a:srgbClr val="FFFFFF"/>
          </a:solidFill>
          <a:ln/>
        </p:spPr>
      </p:sp>
      <p:sp>
        <p:nvSpPr>
          <p:cNvPr id="348" name="Text 346"/>
          <p:cNvSpPr txBox="1"/>
          <p:nvPr/>
        </p:nvSpPr>
        <p:spPr>
          <a:xfrm>
            <a:off x="3909060"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Gaspar</a:t>
            </a:r>
            <a:endParaRPr lang="en-US" sz="700" dirty="0"/>
          </a:p>
        </p:txBody>
      </p:sp>
      <p:sp>
        <p:nvSpPr>
          <p:cNvPr id="349" name="Shape 347"/>
          <p:cNvSpPr/>
          <p:nvPr/>
        </p:nvSpPr>
        <p:spPr>
          <a:xfrm>
            <a:off x="3909060" y="4073652"/>
            <a:ext cx="740664" cy="41148"/>
          </a:xfrm>
          <a:prstGeom prst="rect">
            <a:avLst/>
          </a:prstGeom>
          <a:solidFill>
            <a:srgbClr val="D9DDE1"/>
          </a:solidFill>
          <a:ln/>
        </p:spPr>
      </p:sp>
      <p:sp>
        <p:nvSpPr>
          <p:cNvPr id="350" name="Shape 348"/>
          <p:cNvSpPr/>
          <p:nvPr/>
        </p:nvSpPr>
        <p:spPr>
          <a:xfrm>
            <a:off x="3909060" y="4192524"/>
            <a:ext cx="740664" cy="41148"/>
          </a:xfrm>
          <a:prstGeom prst="rect">
            <a:avLst/>
          </a:prstGeom>
          <a:solidFill>
            <a:srgbClr val="D9DDE1"/>
          </a:solidFill>
          <a:ln/>
        </p:spPr>
      </p:sp>
      <p:sp>
        <p:nvSpPr>
          <p:cNvPr id="351" name="Shape 349"/>
          <p:cNvSpPr/>
          <p:nvPr/>
        </p:nvSpPr>
        <p:spPr>
          <a:xfrm>
            <a:off x="3909060" y="4311396"/>
            <a:ext cx="407365" cy="41148"/>
          </a:xfrm>
          <a:prstGeom prst="rect">
            <a:avLst/>
          </a:prstGeom>
          <a:solidFill>
            <a:srgbClr val="D9DDE1"/>
          </a:solidFill>
          <a:ln/>
        </p:spPr>
      </p:sp>
      <p:sp>
        <p:nvSpPr>
          <p:cNvPr id="352" name="Shape 350"/>
          <p:cNvSpPr/>
          <p:nvPr/>
        </p:nvSpPr>
        <p:spPr>
          <a:xfrm>
            <a:off x="4754880" y="3817620"/>
            <a:ext cx="850392" cy="676656"/>
          </a:xfrm>
          <a:prstGeom prst="roundRect">
            <a:avLst>
              <a:gd name="adj" fmla="val 6757"/>
            </a:avLst>
          </a:prstGeom>
          <a:solidFill>
            <a:srgbClr val="FFFFFF"/>
          </a:solidFill>
          <a:ln/>
        </p:spPr>
      </p:sp>
      <p:sp>
        <p:nvSpPr>
          <p:cNvPr id="353" name="Text 351"/>
          <p:cNvSpPr txBox="1"/>
          <p:nvPr/>
        </p:nvSpPr>
        <p:spPr>
          <a:xfrm>
            <a:off x="4809744"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Enzo</a:t>
            </a:r>
            <a:endParaRPr lang="en-US" sz="700" dirty="0"/>
          </a:p>
        </p:txBody>
      </p:sp>
      <p:sp>
        <p:nvSpPr>
          <p:cNvPr id="354" name="Shape 352"/>
          <p:cNvSpPr/>
          <p:nvPr/>
        </p:nvSpPr>
        <p:spPr>
          <a:xfrm>
            <a:off x="4809744" y="4073652"/>
            <a:ext cx="740664" cy="41148"/>
          </a:xfrm>
          <a:prstGeom prst="rect">
            <a:avLst/>
          </a:prstGeom>
          <a:solidFill>
            <a:srgbClr val="D9DDE1"/>
          </a:solidFill>
          <a:ln/>
        </p:spPr>
      </p:sp>
      <p:sp>
        <p:nvSpPr>
          <p:cNvPr id="355" name="Shape 353"/>
          <p:cNvSpPr/>
          <p:nvPr/>
        </p:nvSpPr>
        <p:spPr>
          <a:xfrm>
            <a:off x="4809744" y="4192524"/>
            <a:ext cx="740664" cy="41148"/>
          </a:xfrm>
          <a:prstGeom prst="rect">
            <a:avLst/>
          </a:prstGeom>
          <a:solidFill>
            <a:srgbClr val="D9DDE1"/>
          </a:solidFill>
          <a:ln/>
        </p:spPr>
      </p:sp>
      <p:sp>
        <p:nvSpPr>
          <p:cNvPr id="356" name="Shape 354"/>
          <p:cNvSpPr/>
          <p:nvPr/>
        </p:nvSpPr>
        <p:spPr>
          <a:xfrm>
            <a:off x="4809744" y="4311396"/>
            <a:ext cx="407365" cy="41148"/>
          </a:xfrm>
          <a:prstGeom prst="rect">
            <a:avLst/>
          </a:prstGeom>
          <a:solidFill>
            <a:srgbClr val="D9DDE1"/>
          </a:solidFill>
          <a:ln/>
        </p:spPr>
      </p:sp>
      <p:sp>
        <p:nvSpPr>
          <p:cNvPr id="357" name="Shape 355"/>
          <p:cNvSpPr/>
          <p:nvPr/>
        </p:nvSpPr>
        <p:spPr>
          <a:xfrm>
            <a:off x="5655564" y="3817620"/>
            <a:ext cx="850392" cy="676656"/>
          </a:xfrm>
          <a:prstGeom prst="roundRect">
            <a:avLst>
              <a:gd name="adj" fmla="val 6757"/>
            </a:avLst>
          </a:prstGeom>
          <a:solidFill>
            <a:srgbClr val="FFFFFF"/>
          </a:solidFill>
          <a:ln/>
        </p:spPr>
      </p:sp>
      <p:sp>
        <p:nvSpPr>
          <p:cNvPr id="358" name="Text 356"/>
          <p:cNvSpPr txBox="1"/>
          <p:nvPr/>
        </p:nvSpPr>
        <p:spPr>
          <a:xfrm>
            <a:off x="5710428"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Alma</a:t>
            </a:r>
            <a:endParaRPr lang="en-US" sz="700" dirty="0"/>
          </a:p>
        </p:txBody>
      </p:sp>
      <p:sp>
        <p:nvSpPr>
          <p:cNvPr id="359" name="Shape 357"/>
          <p:cNvSpPr/>
          <p:nvPr/>
        </p:nvSpPr>
        <p:spPr>
          <a:xfrm>
            <a:off x="5710428" y="4073652"/>
            <a:ext cx="740664" cy="41148"/>
          </a:xfrm>
          <a:prstGeom prst="rect">
            <a:avLst/>
          </a:prstGeom>
          <a:solidFill>
            <a:srgbClr val="D9DDE1"/>
          </a:solidFill>
          <a:ln/>
        </p:spPr>
      </p:sp>
      <p:sp>
        <p:nvSpPr>
          <p:cNvPr id="360" name="Shape 358"/>
          <p:cNvSpPr/>
          <p:nvPr/>
        </p:nvSpPr>
        <p:spPr>
          <a:xfrm>
            <a:off x="5710428" y="4192524"/>
            <a:ext cx="740664" cy="41148"/>
          </a:xfrm>
          <a:prstGeom prst="rect">
            <a:avLst/>
          </a:prstGeom>
          <a:solidFill>
            <a:srgbClr val="D9DDE1"/>
          </a:solidFill>
          <a:ln/>
        </p:spPr>
      </p:sp>
      <p:sp>
        <p:nvSpPr>
          <p:cNvPr id="361" name="Shape 359"/>
          <p:cNvSpPr/>
          <p:nvPr/>
        </p:nvSpPr>
        <p:spPr>
          <a:xfrm>
            <a:off x="5710428" y="4311396"/>
            <a:ext cx="407365" cy="41148"/>
          </a:xfrm>
          <a:prstGeom prst="rect">
            <a:avLst/>
          </a:prstGeom>
          <a:solidFill>
            <a:srgbClr val="D9DDE1"/>
          </a:solidFill>
          <a:ln/>
        </p:spPr>
      </p:sp>
      <p:sp>
        <p:nvSpPr>
          <p:cNvPr id="362" name="Shape 360"/>
          <p:cNvSpPr/>
          <p:nvPr/>
        </p:nvSpPr>
        <p:spPr>
          <a:xfrm>
            <a:off x="6556248" y="3817620"/>
            <a:ext cx="850392" cy="676656"/>
          </a:xfrm>
          <a:prstGeom prst="roundRect">
            <a:avLst>
              <a:gd name="adj" fmla="val 6757"/>
            </a:avLst>
          </a:prstGeom>
          <a:solidFill>
            <a:srgbClr val="FFFFFF"/>
          </a:solidFill>
          <a:ln/>
        </p:spPr>
      </p:sp>
      <p:sp>
        <p:nvSpPr>
          <p:cNvPr id="363" name="Text 361"/>
          <p:cNvSpPr txBox="1"/>
          <p:nvPr/>
        </p:nvSpPr>
        <p:spPr>
          <a:xfrm>
            <a:off x="6611112"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Abril</a:t>
            </a:r>
            <a:endParaRPr lang="en-US" sz="700" dirty="0"/>
          </a:p>
        </p:txBody>
      </p:sp>
      <p:sp>
        <p:nvSpPr>
          <p:cNvPr id="364" name="Shape 362"/>
          <p:cNvSpPr/>
          <p:nvPr/>
        </p:nvSpPr>
        <p:spPr>
          <a:xfrm>
            <a:off x="6611112" y="4073652"/>
            <a:ext cx="740664" cy="41148"/>
          </a:xfrm>
          <a:prstGeom prst="rect">
            <a:avLst/>
          </a:prstGeom>
          <a:solidFill>
            <a:srgbClr val="D9DDE1"/>
          </a:solidFill>
          <a:ln/>
        </p:spPr>
      </p:sp>
      <p:sp>
        <p:nvSpPr>
          <p:cNvPr id="365" name="Shape 363"/>
          <p:cNvSpPr/>
          <p:nvPr/>
        </p:nvSpPr>
        <p:spPr>
          <a:xfrm>
            <a:off x="6611112" y="4192524"/>
            <a:ext cx="740664" cy="41148"/>
          </a:xfrm>
          <a:prstGeom prst="rect">
            <a:avLst/>
          </a:prstGeom>
          <a:solidFill>
            <a:srgbClr val="D9DDE1"/>
          </a:solidFill>
          <a:ln/>
        </p:spPr>
      </p:sp>
      <p:sp>
        <p:nvSpPr>
          <p:cNvPr id="366" name="Shape 364"/>
          <p:cNvSpPr/>
          <p:nvPr/>
        </p:nvSpPr>
        <p:spPr>
          <a:xfrm>
            <a:off x="6611112" y="4311396"/>
            <a:ext cx="407365" cy="41148"/>
          </a:xfrm>
          <a:prstGeom prst="rect">
            <a:avLst/>
          </a:prstGeom>
          <a:solidFill>
            <a:srgbClr val="D9DDE1"/>
          </a:solidFill>
          <a:ln/>
        </p:spPr>
      </p:sp>
      <p:sp>
        <p:nvSpPr>
          <p:cNvPr id="367" name="Shape 365"/>
          <p:cNvSpPr/>
          <p:nvPr/>
        </p:nvSpPr>
        <p:spPr>
          <a:xfrm>
            <a:off x="7456932" y="3817620"/>
            <a:ext cx="850392" cy="676656"/>
          </a:xfrm>
          <a:prstGeom prst="roundRect">
            <a:avLst>
              <a:gd name="adj" fmla="val 6757"/>
            </a:avLst>
          </a:prstGeom>
          <a:solidFill>
            <a:srgbClr val="FFFFFF"/>
          </a:solidFill>
          <a:ln/>
        </p:spPr>
      </p:sp>
      <p:sp>
        <p:nvSpPr>
          <p:cNvPr id="368" name="Text 366"/>
          <p:cNvSpPr txBox="1"/>
          <p:nvPr/>
        </p:nvSpPr>
        <p:spPr>
          <a:xfrm>
            <a:off x="7511796"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Delfina</a:t>
            </a:r>
            <a:endParaRPr lang="en-US" sz="700" dirty="0"/>
          </a:p>
        </p:txBody>
      </p:sp>
      <p:sp>
        <p:nvSpPr>
          <p:cNvPr id="369" name="Shape 367"/>
          <p:cNvSpPr/>
          <p:nvPr/>
        </p:nvSpPr>
        <p:spPr>
          <a:xfrm>
            <a:off x="7511796" y="4073652"/>
            <a:ext cx="740664" cy="41148"/>
          </a:xfrm>
          <a:prstGeom prst="rect">
            <a:avLst/>
          </a:prstGeom>
          <a:solidFill>
            <a:srgbClr val="D9DDE1"/>
          </a:solidFill>
          <a:ln/>
        </p:spPr>
      </p:sp>
      <p:sp>
        <p:nvSpPr>
          <p:cNvPr id="370" name="Shape 368"/>
          <p:cNvSpPr/>
          <p:nvPr/>
        </p:nvSpPr>
        <p:spPr>
          <a:xfrm>
            <a:off x="7511796" y="4192524"/>
            <a:ext cx="740664" cy="41148"/>
          </a:xfrm>
          <a:prstGeom prst="rect">
            <a:avLst/>
          </a:prstGeom>
          <a:solidFill>
            <a:srgbClr val="D9DDE1"/>
          </a:solidFill>
          <a:ln/>
        </p:spPr>
      </p:sp>
      <p:sp>
        <p:nvSpPr>
          <p:cNvPr id="371" name="Shape 369"/>
          <p:cNvSpPr/>
          <p:nvPr/>
        </p:nvSpPr>
        <p:spPr>
          <a:xfrm>
            <a:off x="7511796" y="4311396"/>
            <a:ext cx="407365" cy="41148"/>
          </a:xfrm>
          <a:prstGeom prst="rect">
            <a:avLst/>
          </a:prstGeom>
          <a:solidFill>
            <a:srgbClr val="D9DDE1"/>
          </a:solidFill>
          <a:ln/>
        </p:spPr>
      </p:sp>
      <p:sp>
        <p:nvSpPr>
          <p:cNvPr id="372" name="Shape 370"/>
          <p:cNvSpPr/>
          <p:nvPr/>
        </p:nvSpPr>
        <p:spPr>
          <a:xfrm>
            <a:off x="8357616" y="3817620"/>
            <a:ext cx="850392" cy="676656"/>
          </a:xfrm>
          <a:prstGeom prst="roundRect">
            <a:avLst>
              <a:gd name="adj" fmla="val 6757"/>
            </a:avLst>
          </a:prstGeom>
          <a:solidFill>
            <a:srgbClr val="FFFFFF"/>
          </a:solidFill>
          <a:ln/>
        </p:spPr>
      </p:sp>
      <p:sp>
        <p:nvSpPr>
          <p:cNvPr id="373" name="Text 371"/>
          <p:cNvSpPr txBox="1"/>
          <p:nvPr/>
        </p:nvSpPr>
        <p:spPr>
          <a:xfrm>
            <a:off x="8412480"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Mora</a:t>
            </a:r>
            <a:endParaRPr lang="en-US" sz="700" dirty="0"/>
          </a:p>
        </p:txBody>
      </p:sp>
      <p:sp>
        <p:nvSpPr>
          <p:cNvPr id="374" name="Shape 372"/>
          <p:cNvSpPr/>
          <p:nvPr/>
        </p:nvSpPr>
        <p:spPr>
          <a:xfrm>
            <a:off x="8412480" y="4073652"/>
            <a:ext cx="740664" cy="41148"/>
          </a:xfrm>
          <a:prstGeom prst="rect">
            <a:avLst/>
          </a:prstGeom>
          <a:solidFill>
            <a:srgbClr val="D9DDE1"/>
          </a:solidFill>
          <a:ln/>
        </p:spPr>
      </p:sp>
      <p:sp>
        <p:nvSpPr>
          <p:cNvPr id="375" name="Shape 373"/>
          <p:cNvSpPr/>
          <p:nvPr/>
        </p:nvSpPr>
        <p:spPr>
          <a:xfrm>
            <a:off x="8412480" y="4192524"/>
            <a:ext cx="740664" cy="41148"/>
          </a:xfrm>
          <a:prstGeom prst="rect">
            <a:avLst/>
          </a:prstGeom>
          <a:solidFill>
            <a:srgbClr val="D9DDE1"/>
          </a:solidFill>
          <a:ln/>
        </p:spPr>
      </p:sp>
      <p:sp>
        <p:nvSpPr>
          <p:cNvPr id="376" name="Shape 374"/>
          <p:cNvSpPr/>
          <p:nvPr/>
        </p:nvSpPr>
        <p:spPr>
          <a:xfrm>
            <a:off x="8412480" y="4311396"/>
            <a:ext cx="407365" cy="41148"/>
          </a:xfrm>
          <a:prstGeom prst="rect">
            <a:avLst/>
          </a:prstGeom>
          <a:solidFill>
            <a:srgbClr val="D9DDE1"/>
          </a:solidFill>
          <a:ln/>
        </p:spPr>
      </p:sp>
      <p:sp>
        <p:nvSpPr>
          <p:cNvPr id="377" name="Shape 375"/>
          <p:cNvSpPr/>
          <p:nvPr/>
        </p:nvSpPr>
        <p:spPr>
          <a:xfrm>
            <a:off x="9258300" y="3817620"/>
            <a:ext cx="850392" cy="676656"/>
          </a:xfrm>
          <a:prstGeom prst="roundRect">
            <a:avLst>
              <a:gd name="adj" fmla="val 6757"/>
            </a:avLst>
          </a:prstGeom>
          <a:solidFill>
            <a:srgbClr val="FFFFFF"/>
          </a:solidFill>
          <a:ln/>
        </p:spPr>
      </p:sp>
      <p:sp>
        <p:nvSpPr>
          <p:cNvPr id="378" name="Text 376"/>
          <p:cNvSpPr txBox="1"/>
          <p:nvPr/>
        </p:nvSpPr>
        <p:spPr>
          <a:xfrm>
            <a:off x="9313164"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Clara</a:t>
            </a:r>
            <a:endParaRPr lang="en-US" sz="700" dirty="0"/>
          </a:p>
        </p:txBody>
      </p:sp>
      <p:sp>
        <p:nvSpPr>
          <p:cNvPr id="379" name="Shape 377"/>
          <p:cNvSpPr/>
          <p:nvPr/>
        </p:nvSpPr>
        <p:spPr>
          <a:xfrm>
            <a:off x="9313164" y="4073652"/>
            <a:ext cx="740664" cy="41148"/>
          </a:xfrm>
          <a:prstGeom prst="rect">
            <a:avLst/>
          </a:prstGeom>
          <a:solidFill>
            <a:srgbClr val="D9DDE1"/>
          </a:solidFill>
          <a:ln/>
        </p:spPr>
      </p:sp>
      <p:sp>
        <p:nvSpPr>
          <p:cNvPr id="380" name="Shape 378"/>
          <p:cNvSpPr/>
          <p:nvPr/>
        </p:nvSpPr>
        <p:spPr>
          <a:xfrm>
            <a:off x="9313164" y="4192524"/>
            <a:ext cx="740664" cy="41148"/>
          </a:xfrm>
          <a:prstGeom prst="rect">
            <a:avLst/>
          </a:prstGeom>
          <a:solidFill>
            <a:srgbClr val="D9DDE1"/>
          </a:solidFill>
          <a:ln/>
        </p:spPr>
      </p:sp>
      <p:sp>
        <p:nvSpPr>
          <p:cNvPr id="381" name="Shape 379"/>
          <p:cNvSpPr/>
          <p:nvPr/>
        </p:nvSpPr>
        <p:spPr>
          <a:xfrm>
            <a:off x="9313164" y="4311396"/>
            <a:ext cx="407365" cy="41148"/>
          </a:xfrm>
          <a:prstGeom prst="rect">
            <a:avLst/>
          </a:prstGeom>
          <a:solidFill>
            <a:srgbClr val="D9DDE1"/>
          </a:solidFill>
          <a:ln/>
        </p:spPr>
      </p:sp>
      <p:sp>
        <p:nvSpPr>
          <p:cNvPr id="382" name="Shape 380"/>
          <p:cNvSpPr/>
          <p:nvPr/>
        </p:nvSpPr>
        <p:spPr>
          <a:xfrm>
            <a:off x="10158984" y="3817620"/>
            <a:ext cx="850392" cy="676656"/>
          </a:xfrm>
          <a:prstGeom prst="roundRect">
            <a:avLst>
              <a:gd name="adj" fmla="val 6757"/>
            </a:avLst>
          </a:prstGeom>
          <a:solidFill>
            <a:srgbClr val="FFFFFF"/>
          </a:solidFill>
          <a:ln/>
        </p:spPr>
      </p:sp>
      <p:sp>
        <p:nvSpPr>
          <p:cNvPr id="383" name="Text 381"/>
          <p:cNvSpPr txBox="1"/>
          <p:nvPr/>
        </p:nvSpPr>
        <p:spPr>
          <a:xfrm>
            <a:off x="10213848"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Brisa</a:t>
            </a:r>
            <a:endParaRPr lang="en-US" sz="700" dirty="0"/>
          </a:p>
        </p:txBody>
      </p:sp>
      <p:sp>
        <p:nvSpPr>
          <p:cNvPr id="384" name="Shape 382"/>
          <p:cNvSpPr/>
          <p:nvPr/>
        </p:nvSpPr>
        <p:spPr>
          <a:xfrm>
            <a:off x="10213848" y="4073652"/>
            <a:ext cx="740664" cy="41148"/>
          </a:xfrm>
          <a:prstGeom prst="rect">
            <a:avLst/>
          </a:prstGeom>
          <a:solidFill>
            <a:srgbClr val="D9DDE1"/>
          </a:solidFill>
          <a:ln/>
        </p:spPr>
      </p:sp>
      <p:sp>
        <p:nvSpPr>
          <p:cNvPr id="385" name="Shape 383"/>
          <p:cNvSpPr/>
          <p:nvPr/>
        </p:nvSpPr>
        <p:spPr>
          <a:xfrm>
            <a:off x="10213848" y="4192524"/>
            <a:ext cx="740664" cy="41148"/>
          </a:xfrm>
          <a:prstGeom prst="rect">
            <a:avLst/>
          </a:prstGeom>
          <a:solidFill>
            <a:srgbClr val="D9DDE1"/>
          </a:solidFill>
          <a:ln/>
        </p:spPr>
      </p:sp>
      <p:sp>
        <p:nvSpPr>
          <p:cNvPr id="386" name="Shape 384"/>
          <p:cNvSpPr/>
          <p:nvPr/>
        </p:nvSpPr>
        <p:spPr>
          <a:xfrm>
            <a:off x="10213848" y="4311396"/>
            <a:ext cx="407365" cy="41148"/>
          </a:xfrm>
          <a:prstGeom prst="rect">
            <a:avLst/>
          </a:prstGeom>
          <a:solidFill>
            <a:srgbClr val="D9DDE1"/>
          </a:solidFill>
          <a:ln/>
        </p:spPr>
      </p:sp>
      <p:sp>
        <p:nvSpPr>
          <p:cNvPr id="387" name="Shape 385"/>
          <p:cNvSpPr/>
          <p:nvPr/>
        </p:nvSpPr>
        <p:spPr>
          <a:xfrm>
            <a:off x="11059668" y="3817620"/>
            <a:ext cx="850392" cy="676656"/>
          </a:xfrm>
          <a:prstGeom prst="roundRect">
            <a:avLst>
              <a:gd name="adj" fmla="val 6757"/>
            </a:avLst>
          </a:prstGeom>
          <a:solidFill>
            <a:srgbClr val="FFFFFF"/>
          </a:solidFill>
          <a:ln/>
        </p:spPr>
      </p:sp>
      <p:sp>
        <p:nvSpPr>
          <p:cNvPr id="388" name="Text 386"/>
          <p:cNvSpPr txBox="1"/>
          <p:nvPr/>
        </p:nvSpPr>
        <p:spPr>
          <a:xfrm>
            <a:off x="11114532" y="3863340"/>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a:t>
            </a:r>
            <a:endParaRPr lang="en-US" sz="700" dirty="0"/>
          </a:p>
        </p:txBody>
      </p:sp>
      <p:sp>
        <p:nvSpPr>
          <p:cNvPr id="389" name="Shape 387"/>
          <p:cNvSpPr/>
          <p:nvPr/>
        </p:nvSpPr>
        <p:spPr>
          <a:xfrm>
            <a:off x="11114532" y="4073652"/>
            <a:ext cx="740664" cy="41148"/>
          </a:xfrm>
          <a:prstGeom prst="rect">
            <a:avLst/>
          </a:prstGeom>
          <a:solidFill>
            <a:srgbClr val="D9DDE1"/>
          </a:solidFill>
          <a:ln/>
        </p:spPr>
      </p:sp>
      <p:sp>
        <p:nvSpPr>
          <p:cNvPr id="390" name="Shape 388"/>
          <p:cNvSpPr/>
          <p:nvPr/>
        </p:nvSpPr>
        <p:spPr>
          <a:xfrm>
            <a:off x="11114532" y="4192524"/>
            <a:ext cx="740664" cy="41148"/>
          </a:xfrm>
          <a:prstGeom prst="rect">
            <a:avLst/>
          </a:prstGeom>
          <a:solidFill>
            <a:srgbClr val="D9DDE1"/>
          </a:solidFill>
          <a:ln/>
        </p:spPr>
      </p:sp>
      <p:sp>
        <p:nvSpPr>
          <p:cNvPr id="391" name="Shape 389"/>
          <p:cNvSpPr/>
          <p:nvPr/>
        </p:nvSpPr>
        <p:spPr>
          <a:xfrm>
            <a:off x="11114532" y="4311396"/>
            <a:ext cx="407365" cy="41148"/>
          </a:xfrm>
          <a:prstGeom prst="rect">
            <a:avLst/>
          </a:prstGeom>
          <a:solidFill>
            <a:srgbClr val="D9DDE1"/>
          </a:solidFill>
          <a:ln/>
        </p:spPr>
      </p:sp>
      <p:sp>
        <p:nvSpPr>
          <p:cNvPr id="392" name="Shape 390"/>
          <p:cNvSpPr/>
          <p:nvPr/>
        </p:nvSpPr>
        <p:spPr>
          <a:xfrm>
            <a:off x="251460" y="4544568"/>
            <a:ext cx="850392" cy="676656"/>
          </a:xfrm>
          <a:prstGeom prst="roundRect">
            <a:avLst>
              <a:gd name="adj" fmla="val 6757"/>
            </a:avLst>
          </a:prstGeom>
          <a:solidFill>
            <a:srgbClr val="FFFFFF"/>
          </a:solidFill>
          <a:ln/>
        </p:spPr>
      </p:sp>
      <p:sp>
        <p:nvSpPr>
          <p:cNvPr id="393" name="Text 391"/>
          <p:cNvSpPr txBox="1"/>
          <p:nvPr/>
        </p:nvSpPr>
        <p:spPr>
          <a:xfrm>
            <a:off x="306324"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Bianca</a:t>
            </a:r>
            <a:endParaRPr lang="en-US" sz="700" dirty="0"/>
          </a:p>
        </p:txBody>
      </p:sp>
      <p:sp>
        <p:nvSpPr>
          <p:cNvPr id="394" name="Shape 392"/>
          <p:cNvSpPr/>
          <p:nvPr/>
        </p:nvSpPr>
        <p:spPr>
          <a:xfrm>
            <a:off x="306324" y="4800600"/>
            <a:ext cx="740664" cy="41148"/>
          </a:xfrm>
          <a:prstGeom prst="rect">
            <a:avLst/>
          </a:prstGeom>
          <a:solidFill>
            <a:srgbClr val="D9DDE1"/>
          </a:solidFill>
          <a:ln/>
        </p:spPr>
      </p:sp>
      <p:sp>
        <p:nvSpPr>
          <p:cNvPr id="395" name="Shape 393"/>
          <p:cNvSpPr/>
          <p:nvPr/>
        </p:nvSpPr>
        <p:spPr>
          <a:xfrm>
            <a:off x="306324" y="4919472"/>
            <a:ext cx="740664" cy="41148"/>
          </a:xfrm>
          <a:prstGeom prst="rect">
            <a:avLst/>
          </a:prstGeom>
          <a:solidFill>
            <a:srgbClr val="D9DDE1"/>
          </a:solidFill>
          <a:ln/>
        </p:spPr>
      </p:sp>
      <p:sp>
        <p:nvSpPr>
          <p:cNvPr id="396" name="Shape 394"/>
          <p:cNvSpPr/>
          <p:nvPr/>
        </p:nvSpPr>
        <p:spPr>
          <a:xfrm>
            <a:off x="306324" y="5038344"/>
            <a:ext cx="407365" cy="41148"/>
          </a:xfrm>
          <a:prstGeom prst="rect">
            <a:avLst/>
          </a:prstGeom>
          <a:solidFill>
            <a:srgbClr val="D9DDE1"/>
          </a:solidFill>
          <a:ln/>
        </p:spPr>
      </p:sp>
      <p:sp>
        <p:nvSpPr>
          <p:cNvPr id="397" name="Shape 395"/>
          <p:cNvSpPr/>
          <p:nvPr/>
        </p:nvSpPr>
        <p:spPr>
          <a:xfrm>
            <a:off x="1152144" y="4544568"/>
            <a:ext cx="850392" cy="676656"/>
          </a:xfrm>
          <a:prstGeom prst="roundRect">
            <a:avLst>
              <a:gd name="adj" fmla="val 6757"/>
            </a:avLst>
          </a:prstGeom>
          <a:solidFill>
            <a:srgbClr val="FFFFFF"/>
          </a:solidFill>
          <a:ln/>
        </p:spPr>
      </p:sp>
      <p:sp>
        <p:nvSpPr>
          <p:cNvPr id="398" name="Text 396"/>
          <p:cNvSpPr txBox="1"/>
          <p:nvPr/>
        </p:nvSpPr>
        <p:spPr>
          <a:xfrm>
            <a:off x="1207008"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Vicente</a:t>
            </a:r>
            <a:endParaRPr lang="en-US" sz="700" dirty="0"/>
          </a:p>
        </p:txBody>
      </p:sp>
      <p:sp>
        <p:nvSpPr>
          <p:cNvPr id="399" name="Shape 397"/>
          <p:cNvSpPr/>
          <p:nvPr/>
        </p:nvSpPr>
        <p:spPr>
          <a:xfrm>
            <a:off x="1207008" y="4800600"/>
            <a:ext cx="740664" cy="41148"/>
          </a:xfrm>
          <a:prstGeom prst="rect">
            <a:avLst/>
          </a:prstGeom>
          <a:solidFill>
            <a:srgbClr val="D9DDE1"/>
          </a:solidFill>
          <a:ln/>
        </p:spPr>
      </p:sp>
      <p:sp>
        <p:nvSpPr>
          <p:cNvPr id="400" name="Shape 398"/>
          <p:cNvSpPr/>
          <p:nvPr/>
        </p:nvSpPr>
        <p:spPr>
          <a:xfrm>
            <a:off x="1207008" y="4919472"/>
            <a:ext cx="740664" cy="41148"/>
          </a:xfrm>
          <a:prstGeom prst="rect">
            <a:avLst/>
          </a:prstGeom>
          <a:solidFill>
            <a:srgbClr val="D9DDE1"/>
          </a:solidFill>
          <a:ln/>
        </p:spPr>
      </p:sp>
      <p:sp>
        <p:nvSpPr>
          <p:cNvPr id="401" name="Shape 399"/>
          <p:cNvSpPr/>
          <p:nvPr/>
        </p:nvSpPr>
        <p:spPr>
          <a:xfrm>
            <a:off x="1207008" y="5038344"/>
            <a:ext cx="407365" cy="41148"/>
          </a:xfrm>
          <a:prstGeom prst="rect">
            <a:avLst/>
          </a:prstGeom>
          <a:solidFill>
            <a:srgbClr val="D9DDE1"/>
          </a:solidFill>
          <a:ln/>
        </p:spPr>
      </p:sp>
      <p:sp>
        <p:nvSpPr>
          <p:cNvPr id="402" name="Shape 400"/>
          <p:cNvSpPr/>
          <p:nvPr/>
        </p:nvSpPr>
        <p:spPr>
          <a:xfrm>
            <a:off x="2052828" y="4544568"/>
            <a:ext cx="850392" cy="676656"/>
          </a:xfrm>
          <a:prstGeom prst="roundRect">
            <a:avLst>
              <a:gd name="adj" fmla="val 6757"/>
            </a:avLst>
          </a:prstGeom>
          <a:solidFill>
            <a:srgbClr val="FFFFFF"/>
          </a:solidFill>
          <a:ln/>
        </p:spPr>
      </p:sp>
      <p:sp>
        <p:nvSpPr>
          <p:cNvPr id="403" name="Text 401"/>
          <p:cNvSpPr txBox="1"/>
          <p:nvPr/>
        </p:nvSpPr>
        <p:spPr>
          <a:xfrm>
            <a:off x="2107692"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Agustin</a:t>
            </a:r>
            <a:endParaRPr lang="en-US" sz="700" dirty="0"/>
          </a:p>
        </p:txBody>
      </p:sp>
      <p:sp>
        <p:nvSpPr>
          <p:cNvPr id="404" name="Shape 402"/>
          <p:cNvSpPr/>
          <p:nvPr/>
        </p:nvSpPr>
        <p:spPr>
          <a:xfrm>
            <a:off x="2107692" y="4800600"/>
            <a:ext cx="740664" cy="41148"/>
          </a:xfrm>
          <a:prstGeom prst="rect">
            <a:avLst/>
          </a:prstGeom>
          <a:solidFill>
            <a:srgbClr val="D9DDE1"/>
          </a:solidFill>
          <a:ln/>
        </p:spPr>
      </p:sp>
      <p:sp>
        <p:nvSpPr>
          <p:cNvPr id="405" name="Shape 403"/>
          <p:cNvSpPr/>
          <p:nvPr/>
        </p:nvSpPr>
        <p:spPr>
          <a:xfrm>
            <a:off x="2107692" y="4919472"/>
            <a:ext cx="740664" cy="41148"/>
          </a:xfrm>
          <a:prstGeom prst="rect">
            <a:avLst/>
          </a:prstGeom>
          <a:solidFill>
            <a:srgbClr val="D9DDE1"/>
          </a:solidFill>
          <a:ln/>
        </p:spPr>
      </p:sp>
      <p:sp>
        <p:nvSpPr>
          <p:cNvPr id="406" name="Shape 404"/>
          <p:cNvSpPr/>
          <p:nvPr/>
        </p:nvSpPr>
        <p:spPr>
          <a:xfrm>
            <a:off x="2107692" y="5038344"/>
            <a:ext cx="407365" cy="41148"/>
          </a:xfrm>
          <a:prstGeom prst="rect">
            <a:avLst/>
          </a:prstGeom>
          <a:solidFill>
            <a:srgbClr val="D9DDE1"/>
          </a:solidFill>
          <a:ln/>
        </p:spPr>
      </p:sp>
      <p:sp>
        <p:nvSpPr>
          <p:cNvPr id="407" name="Shape 405"/>
          <p:cNvSpPr/>
          <p:nvPr/>
        </p:nvSpPr>
        <p:spPr>
          <a:xfrm>
            <a:off x="2953512" y="4544568"/>
            <a:ext cx="850392" cy="676656"/>
          </a:xfrm>
          <a:prstGeom prst="roundRect">
            <a:avLst>
              <a:gd name="adj" fmla="val 6757"/>
            </a:avLst>
          </a:prstGeom>
          <a:solidFill>
            <a:srgbClr val="FFFFFF"/>
          </a:solidFill>
          <a:ln/>
        </p:spPr>
      </p:sp>
      <p:sp>
        <p:nvSpPr>
          <p:cNvPr id="408" name="Text 406"/>
          <p:cNvSpPr txBox="1"/>
          <p:nvPr/>
        </p:nvSpPr>
        <p:spPr>
          <a:xfrm>
            <a:off x="3008376"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Alma</a:t>
            </a:r>
            <a:endParaRPr lang="en-US" sz="700" dirty="0"/>
          </a:p>
        </p:txBody>
      </p:sp>
      <p:sp>
        <p:nvSpPr>
          <p:cNvPr id="409" name="Shape 407"/>
          <p:cNvSpPr/>
          <p:nvPr/>
        </p:nvSpPr>
        <p:spPr>
          <a:xfrm>
            <a:off x="3008376" y="4800600"/>
            <a:ext cx="740664" cy="41148"/>
          </a:xfrm>
          <a:prstGeom prst="rect">
            <a:avLst/>
          </a:prstGeom>
          <a:solidFill>
            <a:srgbClr val="D9DDE1"/>
          </a:solidFill>
          <a:ln/>
        </p:spPr>
      </p:sp>
      <p:sp>
        <p:nvSpPr>
          <p:cNvPr id="410" name="Shape 408"/>
          <p:cNvSpPr/>
          <p:nvPr/>
        </p:nvSpPr>
        <p:spPr>
          <a:xfrm>
            <a:off x="3008376" y="4919472"/>
            <a:ext cx="740664" cy="41148"/>
          </a:xfrm>
          <a:prstGeom prst="rect">
            <a:avLst/>
          </a:prstGeom>
          <a:solidFill>
            <a:srgbClr val="D9DDE1"/>
          </a:solidFill>
          <a:ln/>
        </p:spPr>
      </p:sp>
      <p:sp>
        <p:nvSpPr>
          <p:cNvPr id="411" name="Shape 409"/>
          <p:cNvSpPr/>
          <p:nvPr/>
        </p:nvSpPr>
        <p:spPr>
          <a:xfrm>
            <a:off x="3008376" y="5038344"/>
            <a:ext cx="407365" cy="41148"/>
          </a:xfrm>
          <a:prstGeom prst="rect">
            <a:avLst/>
          </a:prstGeom>
          <a:solidFill>
            <a:srgbClr val="D9DDE1"/>
          </a:solidFill>
          <a:ln/>
        </p:spPr>
      </p:sp>
      <p:sp>
        <p:nvSpPr>
          <p:cNvPr id="412" name="Shape 410"/>
          <p:cNvSpPr/>
          <p:nvPr/>
        </p:nvSpPr>
        <p:spPr>
          <a:xfrm>
            <a:off x="3854196" y="4544568"/>
            <a:ext cx="850392" cy="676656"/>
          </a:xfrm>
          <a:prstGeom prst="roundRect">
            <a:avLst>
              <a:gd name="adj" fmla="val 6757"/>
            </a:avLst>
          </a:prstGeom>
          <a:solidFill>
            <a:srgbClr val="FFFFFF"/>
          </a:solidFill>
          <a:ln/>
        </p:spPr>
      </p:sp>
      <p:sp>
        <p:nvSpPr>
          <p:cNvPr id="413" name="Text 411"/>
          <p:cNvSpPr txBox="1"/>
          <p:nvPr/>
        </p:nvSpPr>
        <p:spPr>
          <a:xfrm>
            <a:off x="3909060"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Olivia</a:t>
            </a:r>
            <a:endParaRPr lang="en-US" sz="700" dirty="0"/>
          </a:p>
        </p:txBody>
      </p:sp>
      <p:sp>
        <p:nvSpPr>
          <p:cNvPr id="414" name="Shape 412"/>
          <p:cNvSpPr/>
          <p:nvPr/>
        </p:nvSpPr>
        <p:spPr>
          <a:xfrm>
            <a:off x="3909060" y="4800600"/>
            <a:ext cx="740664" cy="41148"/>
          </a:xfrm>
          <a:prstGeom prst="rect">
            <a:avLst/>
          </a:prstGeom>
          <a:solidFill>
            <a:srgbClr val="D9DDE1"/>
          </a:solidFill>
          <a:ln/>
        </p:spPr>
      </p:sp>
      <p:sp>
        <p:nvSpPr>
          <p:cNvPr id="415" name="Shape 413"/>
          <p:cNvSpPr/>
          <p:nvPr/>
        </p:nvSpPr>
        <p:spPr>
          <a:xfrm>
            <a:off x="3909060" y="4919472"/>
            <a:ext cx="740664" cy="41148"/>
          </a:xfrm>
          <a:prstGeom prst="rect">
            <a:avLst/>
          </a:prstGeom>
          <a:solidFill>
            <a:srgbClr val="D9DDE1"/>
          </a:solidFill>
          <a:ln/>
        </p:spPr>
      </p:sp>
      <p:sp>
        <p:nvSpPr>
          <p:cNvPr id="416" name="Shape 414"/>
          <p:cNvSpPr/>
          <p:nvPr/>
        </p:nvSpPr>
        <p:spPr>
          <a:xfrm>
            <a:off x="3909060" y="5038344"/>
            <a:ext cx="407365" cy="41148"/>
          </a:xfrm>
          <a:prstGeom prst="rect">
            <a:avLst/>
          </a:prstGeom>
          <a:solidFill>
            <a:srgbClr val="D9DDE1"/>
          </a:solidFill>
          <a:ln/>
        </p:spPr>
      </p:sp>
      <p:sp>
        <p:nvSpPr>
          <p:cNvPr id="417" name="Shape 415"/>
          <p:cNvSpPr/>
          <p:nvPr/>
        </p:nvSpPr>
        <p:spPr>
          <a:xfrm>
            <a:off x="4754880" y="4544568"/>
            <a:ext cx="850392" cy="676656"/>
          </a:xfrm>
          <a:prstGeom prst="roundRect">
            <a:avLst>
              <a:gd name="adj" fmla="val 6757"/>
            </a:avLst>
          </a:prstGeom>
          <a:solidFill>
            <a:srgbClr val="FFFFFF"/>
          </a:solidFill>
          <a:ln/>
        </p:spPr>
      </p:sp>
      <p:sp>
        <p:nvSpPr>
          <p:cNvPr id="418" name="Text 416"/>
          <p:cNvSpPr txBox="1"/>
          <p:nvPr/>
        </p:nvSpPr>
        <p:spPr>
          <a:xfrm>
            <a:off x="4809744"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Bianca</a:t>
            </a:r>
            <a:endParaRPr lang="en-US" sz="700" dirty="0"/>
          </a:p>
        </p:txBody>
      </p:sp>
      <p:sp>
        <p:nvSpPr>
          <p:cNvPr id="419" name="Shape 417"/>
          <p:cNvSpPr/>
          <p:nvPr/>
        </p:nvSpPr>
        <p:spPr>
          <a:xfrm>
            <a:off x="4809744" y="4800600"/>
            <a:ext cx="740664" cy="41148"/>
          </a:xfrm>
          <a:prstGeom prst="rect">
            <a:avLst/>
          </a:prstGeom>
          <a:solidFill>
            <a:srgbClr val="D9DDE1"/>
          </a:solidFill>
          <a:ln/>
        </p:spPr>
      </p:sp>
      <p:sp>
        <p:nvSpPr>
          <p:cNvPr id="420" name="Shape 418"/>
          <p:cNvSpPr/>
          <p:nvPr/>
        </p:nvSpPr>
        <p:spPr>
          <a:xfrm>
            <a:off x="4809744" y="4919472"/>
            <a:ext cx="740664" cy="41148"/>
          </a:xfrm>
          <a:prstGeom prst="rect">
            <a:avLst/>
          </a:prstGeom>
          <a:solidFill>
            <a:srgbClr val="D9DDE1"/>
          </a:solidFill>
          <a:ln/>
        </p:spPr>
      </p:sp>
      <p:sp>
        <p:nvSpPr>
          <p:cNvPr id="421" name="Shape 419"/>
          <p:cNvSpPr/>
          <p:nvPr/>
        </p:nvSpPr>
        <p:spPr>
          <a:xfrm>
            <a:off x="4809744" y="5038344"/>
            <a:ext cx="407365" cy="41148"/>
          </a:xfrm>
          <a:prstGeom prst="rect">
            <a:avLst/>
          </a:prstGeom>
          <a:solidFill>
            <a:srgbClr val="D9DDE1"/>
          </a:solidFill>
          <a:ln/>
        </p:spPr>
      </p:sp>
      <p:sp>
        <p:nvSpPr>
          <p:cNvPr id="422" name="Shape 420"/>
          <p:cNvSpPr/>
          <p:nvPr/>
        </p:nvSpPr>
        <p:spPr>
          <a:xfrm>
            <a:off x="5655564" y="4544568"/>
            <a:ext cx="850392" cy="676656"/>
          </a:xfrm>
          <a:prstGeom prst="roundRect">
            <a:avLst>
              <a:gd name="adj" fmla="val 6757"/>
            </a:avLst>
          </a:prstGeom>
          <a:solidFill>
            <a:srgbClr val="FFFFFF"/>
          </a:solidFill>
          <a:ln/>
        </p:spPr>
      </p:sp>
      <p:sp>
        <p:nvSpPr>
          <p:cNvPr id="423" name="Text 421"/>
          <p:cNvSpPr txBox="1"/>
          <p:nvPr/>
        </p:nvSpPr>
        <p:spPr>
          <a:xfrm>
            <a:off x="5710428"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Bruno</a:t>
            </a:r>
            <a:endParaRPr lang="en-US" sz="700" dirty="0"/>
          </a:p>
        </p:txBody>
      </p:sp>
      <p:sp>
        <p:nvSpPr>
          <p:cNvPr id="424" name="Shape 422"/>
          <p:cNvSpPr/>
          <p:nvPr/>
        </p:nvSpPr>
        <p:spPr>
          <a:xfrm>
            <a:off x="5710428" y="4800600"/>
            <a:ext cx="740664" cy="41148"/>
          </a:xfrm>
          <a:prstGeom prst="rect">
            <a:avLst/>
          </a:prstGeom>
          <a:solidFill>
            <a:srgbClr val="D9DDE1"/>
          </a:solidFill>
          <a:ln/>
        </p:spPr>
      </p:sp>
      <p:sp>
        <p:nvSpPr>
          <p:cNvPr id="425" name="Shape 423"/>
          <p:cNvSpPr/>
          <p:nvPr/>
        </p:nvSpPr>
        <p:spPr>
          <a:xfrm>
            <a:off x="5710428" y="4919472"/>
            <a:ext cx="740664" cy="41148"/>
          </a:xfrm>
          <a:prstGeom prst="rect">
            <a:avLst/>
          </a:prstGeom>
          <a:solidFill>
            <a:srgbClr val="D9DDE1"/>
          </a:solidFill>
          <a:ln/>
        </p:spPr>
      </p:sp>
      <p:sp>
        <p:nvSpPr>
          <p:cNvPr id="426" name="Shape 424"/>
          <p:cNvSpPr/>
          <p:nvPr/>
        </p:nvSpPr>
        <p:spPr>
          <a:xfrm>
            <a:off x="5710428" y="5038344"/>
            <a:ext cx="407365" cy="41148"/>
          </a:xfrm>
          <a:prstGeom prst="rect">
            <a:avLst/>
          </a:prstGeom>
          <a:solidFill>
            <a:srgbClr val="D9DDE1"/>
          </a:solidFill>
          <a:ln/>
        </p:spPr>
      </p:sp>
      <p:sp>
        <p:nvSpPr>
          <p:cNvPr id="427" name="Shape 425"/>
          <p:cNvSpPr/>
          <p:nvPr/>
        </p:nvSpPr>
        <p:spPr>
          <a:xfrm>
            <a:off x="6556248" y="4544568"/>
            <a:ext cx="850392" cy="676656"/>
          </a:xfrm>
          <a:prstGeom prst="roundRect">
            <a:avLst>
              <a:gd name="adj" fmla="val 6757"/>
            </a:avLst>
          </a:prstGeom>
          <a:solidFill>
            <a:srgbClr val="FFFFFF"/>
          </a:solidFill>
          <a:ln/>
        </p:spPr>
      </p:sp>
      <p:sp>
        <p:nvSpPr>
          <p:cNvPr id="428" name="Text 426"/>
          <p:cNvSpPr txBox="1"/>
          <p:nvPr/>
        </p:nvSpPr>
        <p:spPr>
          <a:xfrm>
            <a:off x="6611112"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Maria</a:t>
            </a:r>
            <a:endParaRPr lang="en-US" sz="700" dirty="0"/>
          </a:p>
        </p:txBody>
      </p:sp>
      <p:sp>
        <p:nvSpPr>
          <p:cNvPr id="429" name="Shape 427"/>
          <p:cNvSpPr/>
          <p:nvPr/>
        </p:nvSpPr>
        <p:spPr>
          <a:xfrm>
            <a:off x="6611112" y="4800600"/>
            <a:ext cx="740664" cy="41148"/>
          </a:xfrm>
          <a:prstGeom prst="rect">
            <a:avLst/>
          </a:prstGeom>
          <a:solidFill>
            <a:srgbClr val="D9DDE1"/>
          </a:solidFill>
          <a:ln/>
        </p:spPr>
      </p:sp>
      <p:sp>
        <p:nvSpPr>
          <p:cNvPr id="430" name="Shape 428"/>
          <p:cNvSpPr/>
          <p:nvPr/>
        </p:nvSpPr>
        <p:spPr>
          <a:xfrm>
            <a:off x="6611112" y="4919472"/>
            <a:ext cx="740664" cy="41148"/>
          </a:xfrm>
          <a:prstGeom prst="rect">
            <a:avLst/>
          </a:prstGeom>
          <a:solidFill>
            <a:srgbClr val="D9DDE1"/>
          </a:solidFill>
          <a:ln/>
        </p:spPr>
      </p:sp>
      <p:sp>
        <p:nvSpPr>
          <p:cNvPr id="431" name="Shape 429"/>
          <p:cNvSpPr/>
          <p:nvPr/>
        </p:nvSpPr>
        <p:spPr>
          <a:xfrm>
            <a:off x="6611112" y="5038344"/>
            <a:ext cx="407365" cy="41148"/>
          </a:xfrm>
          <a:prstGeom prst="rect">
            <a:avLst/>
          </a:prstGeom>
          <a:solidFill>
            <a:srgbClr val="D9DDE1"/>
          </a:solidFill>
          <a:ln/>
        </p:spPr>
      </p:sp>
      <p:sp>
        <p:nvSpPr>
          <p:cNvPr id="432" name="Shape 430"/>
          <p:cNvSpPr/>
          <p:nvPr/>
        </p:nvSpPr>
        <p:spPr>
          <a:xfrm>
            <a:off x="7456932" y="4544568"/>
            <a:ext cx="850392" cy="676656"/>
          </a:xfrm>
          <a:prstGeom prst="roundRect">
            <a:avLst>
              <a:gd name="adj" fmla="val 6757"/>
            </a:avLst>
          </a:prstGeom>
          <a:solidFill>
            <a:srgbClr val="FFFFFF"/>
          </a:solidFill>
          <a:ln/>
        </p:spPr>
      </p:sp>
      <p:sp>
        <p:nvSpPr>
          <p:cNvPr id="433" name="Text 431"/>
          <p:cNvSpPr txBox="1"/>
          <p:nvPr/>
        </p:nvSpPr>
        <p:spPr>
          <a:xfrm>
            <a:off x="7511796"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Bruno</a:t>
            </a:r>
            <a:endParaRPr lang="en-US" sz="700" dirty="0"/>
          </a:p>
        </p:txBody>
      </p:sp>
      <p:sp>
        <p:nvSpPr>
          <p:cNvPr id="434" name="Shape 432"/>
          <p:cNvSpPr/>
          <p:nvPr/>
        </p:nvSpPr>
        <p:spPr>
          <a:xfrm>
            <a:off x="7511796" y="4800600"/>
            <a:ext cx="740664" cy="41148"/>
          </a:xfrm>
          <a:prstGeom prst="rect">
            <a:avLst/>
          </a:prstGeom>
          <a:solidFill>
            <a:srgbClr val="D9DDE1"/>
          </a:solidFill>
          <a:ln/>
        </p:spPr>
      </p:sp>
      <p:sp>
        <p:nvSpPr>
          <p:cNvPr id="435" name="Shape 433"/>
          <p:cNvSpPr/>
          <p:nvPr/>
        </p:nvSpPr>
        <p:spPr>
          <a:xfrm>
            <a:off x="7511796" y="4919472"/>
            <a:ext cx="740664" cy="41148"/>
          </a:xfrm>
          <a:prstGeom prst="rect">
            <a:avLst/>
          </a:prstGeom>
          <a:solidFill>
            <a:srgbClr val="D9DDE1"/>
          </a:solidFill>
          <a:ln/>
        </p:spPr>
      </p:sp>
      <p:sp>
        <p:nvSpPr>
          <p:cNvPr id="436" name="Shape 434"/>
          <p:cNvSpPr/>
          <p:nvPr/>
        </p:nvSpPr>
        <p:spPr>
          <a:xfrm>
            <a:off x="7511796" y="5038344"/>
            <a:ext cx="407365" cy="41148"/>
          </a:xfrm>
          <a:prstGeom prst="rect">
            <a:avLst/>
          </a:prstGeom>
          <a:solidFill>
            <a:srgbClr val="D9DDE1"/>
          </a:solidFill>
          <a:ln/>
        </p:spPr>
      </p:sp>
      <p:sp>
        <p:nvSpPr>
          <p:cNvPr id="437" name="Shape 435"/>
          <p:cNvSpPr/>
          <p:nvPr/>
        </p:nvSpPr>
        <p:spPr>
          <a:xfrm>
            <a:off x="8357616" y="4544568"/>
            <a:ext cx="850392" cy="676656"/>
          </a:xfrm>
          <a:prstGeom prst="roundRect">
            <a:avLst>
              <a:gd name="adj" fmla="val 6757"/>
            </a:avLst>
          </a:prstGeom>
          <a:solidFill>
            <a:srgbClr val="FFFFFF"/>
          </a:solidFill>
          <a:ln/>
        </p:spPr>
      </p:sp>
      <p:sp>
        <p:nvSpPr>
          <p:cNvPr id="438" name="Text 436"/>
          <p:cNvSpPr txBox="1"/>
          <p:nvPr/>
        </p:nvSpPr>
        <p:spPr>
          <a:xfrm>
            <a:off x="8412480"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Franco</a:t>
            </a:r>
            <a:endParaRPr lang="en-US" sz="700" dirty="0"/>
          </a:p>
        </p:txBody>
      </p:sp>
      <p:sp>
        <p:nvSpPr>
          <p:cNvPr id="439" name="Shape 437"/>
          <p:cNvSpPr/>
          <p:nvPr/>
        </p:nvSpPr>
        <p:spPr>
          <a:xfrm>
            <a:off x="8412480" y="4800600"/>
            <a:ext cx="740664" cy="41148"/>
          </a:xfrm>
          <a:prstGeom prst="rect">
            <a:avLst/>
          </a:prstGeom>
          <a:solidFill>
            <a:srgbClr val="D9DDE1"/>
          </a:solidFill>
          <a:ln/>
        </p:spPr>
      </p:sp>
      <p:sp>
        <p:nvSpPr>
          <p:cNvPr id="440" name="Shape 438"/>
          <p:cNvSpPr/>
          <p:nvPr/>
        </p:nvSpPr>
        <p:spPr>
          <a:xfrm>
            <a:off x="8412480" y="4919472"/>
            <a:ext cx="740664" cy="41148"/>
          </a:xfrm>
          <a:prstGeom prst="rect">
            <a:avLst/>
          </a:prstGeom>
          <a:solidFill>
            <a:srgbClr val="D9DDE1"/>
          </a:solidFill>
          <a:ln/>
        </p:spPr>
      </p:sp>
      <p:sp>
        <p:nvSpPr>
          <p:cNvPr id="441" name="Shape 439"/>
          <p:cNvSpPr/>
          <p:nvPr/>
        </p:nvSpPr>
        <p:spPr>
          <a:xfrm>
            <a:off x="8412480" y="5038344"/>
            <a:ext cx="407365" cy="41148"/>
          </a:xfrm>
          <a:prstGeom prst="rect">
            <a:avLst/>
          </a:prstGeom>
          <a:solidFill>
            <a:srgbClr val="D9DDE1"/>
          </a:solidFill>
          <a:ln/>
        </p:spPr>
      </p:sp>
      <p:sp>
        <p:nvSpPr>
          <p:cNvPr id="442" name="Shape 440"/>
          <p:cNvSpPr/>
          <p:nvPr/>
        </p:nvSpPr>
        <p:spPr>
          <a:xfrm>
            <a:off x="9258300" y="4544568"/>
            <a:ext cx="850392" cy="676656"/>
          </a:xfrm>
          <a:prstGeom prst="roundRect">
            <a:avLst>
              <a:gd name="adj" fmla="val 6757"/>
            </a:avLst>
          </a:prstGeom>
          <a:solidFill>
            <a:srgbClr val="FFFFFF"/>
          </a:solidFill>
          <a:ln/>
        </p:spPr>
      </p:sp>
      <p:sp>
        <p:nvSpPr>
          <p:cNvPr id="443" name="Text 441"/>
          <p:cNvSpPr txBox="1"/>
          <p:nvPr/>
        </p:nvSpPr>
        <p:spPr>
          <a:xfrm>
            <a:off x="9313164"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Leonardo</a:t>
            </a:r>
            <a:endParaRPr lang="en-US" sz="700" dirty="0"/>
          </a:p>
        </p:txBody>
      </p:sp>
      <p:sp>
        <p:nvSpPr>
          <p:cNvPr id="444" name="Shape 442"/>
          <p:cNvSpPr/>
          <p:nvPr/>
        </p:nvSpPr>
        <p:spPr>
          <a:xfrm>
            <a:off x="9313164" y="4800600"/>
            <a:ext cx="740664" cy="41148"/>
          </a:xfrm>
          <a:prstGeom prst="rect">
            <a:avLst/>
          </a:prstGeom>
          <a:solidFill>
            <a:srgbClr val="D9DDE1"/>
          </a:solidFill>
          <a:ln/>
        </p:spPr>
      </p:sp>
      <p:sp>
        <p:nvSpPr>
          <p:cNvPr id="445" name="Shape 443"/>
          <p:cNvSpPr/>
          <p:nvPr/>
        </p:nvSpPr>
        <p:spPr>
          <a:xfrm>
            <a:off x="9313164" y="4919472"/>
            <a:ext cx="740664" cy="41148"/>
          </a:xfrm>
          <a:prstGeom prst="rect">
            <a:avLst/>
          </a:prstGeom>
          <a:solidFill>
            <a:srgbClr val="D9DDE1"/>
          </a:solidFill>
          <a:ln/>
        </p:spPr>
      </p:sp>
      <p:sp>
        <p:nvSpPr>
          <p:cNvPr id="446" name="Shape 444"/>
          <p:cNvSpPr/>
          <p:nvPr/>
        </p:nvSpPr>
        <p:spPr>
          <a:xfrm>
            <a:off x="9313164" y="5038344"/>
            <a:ext cx="407365" cy="41148"/>
          </a:xfrm>
          <a:prstGeom prst="rect">
            <a:avLst/>
          </a:prstGeom>
          <a:solidFill>
            <a:srgbClr val="D9DDE1"/>
          </a:solidFill>
          <a:ln/>
        </p:spPr>
      </p:sp>
      <p:sp>
        <p:nvSpPr>
          <p:cNvPr id="447" name="Shape 445"/>
          <p:cNvSpPr/>
          <p:nvPr/>
        </p:nvSpPr>
        <p:spPr>
          <a:xfrm>
            <a:off x="10158984" y="4544568"/>
            <a:ext cx="850392" cy="676656"/>
          </a:xfrm>
          <a:prstGeom prst="roundRect">
            <a:avLst>
              <a:gd name="adj" fmla="val 6757"/>
            </a:avLst>
          </a:prstGeom>
          <a:solidFill>
            <a:srgbClr val="FFFFFF"/>
          </a:solidFill>
          <a:ln/>
        </p:spPr>
      </p:sp>
      <p:sp>
        <p:nvSpPr>
          <p:cNvPr id="448" name="Text 446"/>
          <p:cNvSpPr txBox="1"/>
          <p:nvPr/>
        </p:nvSpPr>
        <p:spPr>
          <a:xfrm>
            <a:off x="10213848"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Camila</a:t>
            </a:r>
            <a:endParaRPr lang="en-US" sz="700" dirty="0"/>
          </a:p>
        </p:txBody>
      </p:sp>
      <p:sp>
        <p:nvSpPr>
          <p:cNvPr id="449" name="Shape 447"/>
          <p:cNvSpPr/>
          <p:nvPr/>
        </p:nvSpPr>
        <p:spPr>
          <a:xfrm>
            <a:off x="10213848" y="4800600"/>
            <a:ext cx="740664" cy="41148"/>
          </a:xfrm>
          <a:prstGeom prst="rect">
            <a:avLst/>
          </a:prstGeom>
          <a:solidFill>
            <a:srgbClr val="D9DDE1"/>
          </a:solidFill>
          <a:ln/>
        </p:spPr>
      </p:sp>
      <p:sp>
        <p:nvSpPr>
          <p:cNvPr id="450" name="Shape 448"/>
          <p:cNvSpPr/>
          <p:nvPr/>
        </p:nvSpPr>
        <p:spPr>
          <a:xfrm>
            <a:off x="10213848" y="4919472"/>
            <a:ext cx="740664" cy="41148"/>
          </a:xfrm>
          <a:prstGeom prst="rect">
            <a:avLst/>
          </a:prstGeom>
          <a:solidFill>
            <a:srgbClr val="D9DDE1"/>
          </a:solidFill>
          <a:ln/>
        </p:spPr>
      </p:sp>
      <p:sp>
        <p:nvSpPr>
          <p:cNvPr id="451" name="Shape 449"/>
          <p:cNvSpPr/>
          <p:nvPr/>
        </p:nvSpPr>
        <p:spPr>
          <a:xfrm>
            <a:off x="10213848" y="5038344"/>
            <a:ext cx="407365" cy="41148"/>
          </a:xfrm>
          <a:prstGeom prst="rect">
            <a:avLst/>
          </a:prstGeom>
          <a:solidFill>
            <a:srgbClr val="D9DDE1"/>
          </a:solidFill>
          <a:ln/>
        </p:spPr>
      </p:sp>
      <p:sp>
        <p:nvSpPr>
          <p:cNvPr id="452" name="Shape 450"/>
          <p:cNvSpPr/>
          <p:nvPr/>
        </p:nvSpPr>
        <p:spPr>
          <a:xfrm>
            <a:off x="11059668" y="4544568"/>
            <a:ext cx="850392" cy="676656"/>
          </a:xfrm>
          <a:prstGeom prst="roundRect">
            <a:avLst>
              <a:gd name="adj" fmla="val 6757"/>
            </a:avLst>
          </a:prstGeom>
          <a:solidFill>
            <a:srgbClr val="FFFFFF"/>
          </a:solidFill>
          <a:ln/>
        </p:spPr>
      </p:sp>
      <p:sp>
        <p:nvSpPr>
          <p:cNvPr id="453" name="Text 451"/>
          <p:cNvSpPr txBox="1"/>
          <p:nvPr/>
        </p:nvSpPr>
        <p:spPr>
          <a:xfrm>
            <a:off x="11114532" y="4590288"/>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a:t>
            </a:r>
            <a:endParaRPr lang="en-US" sz="700" dirty="0"/>
          </a:p>
        </p:txBody>
      </p:sp>
      <p:sp>
        <p:nvSpPr>
          <p:cNvPr id="454" name="Shape 452"/>
          <p:cNvSpPr/>
          <p:nvPr/>
        </p:nvSpPr>
        <p:spPr>
          <a:xfrm>
            <a:off x="11114532" y="4800600"/>
            <a:ext cx="740664" cy="41148"/>
          </a:xfrm>
          <a:prstGeom prst="rect">
            <a:avLst/>
          </a:prstGeom>
          <a:solidFill>
            <a:srgbClr val="D9DDE1"/>
          </a:solidFill>
          <a:ln/>
        </p:spPr>
      </p:sp>
      <p:sp>
        <p:nvSpPr>
          <p:cNvPr id="455" name="Shape 453"/>
          <p:cNvSpPr/>
          <p:nvPr/>
        </p:nvSpPr>
        <p:spPr>
          <a:xfrm>
            <a:off x="11114532" y="4919472"/>
            <a:ext cx="740664" cy="41148"/>
          </a:xfrm>
          <a:prstGeom prst="rect">
            <a:avLst/>
          </a:prstGeom>
          <a:solidFill>
            <a:srgbClr val="D9DDE1"/>
          </a:solidFill>
          <a:ln/>
        </p:spPr>
      </p:sp>
      <p:sp>
        <p:nvSpPr>
          <p:cNvPr id="456" name="Shape 454"/>
          <p:cNvSpPr/>
          <p:nvPr/>
        </p:nvSpPr>
        <p:spPr>
          <a:xfrm>
            <a:off x="11114532" y="5038344"/>
            <a:ext cx="407365" cy="41148"/>
          </a:xfrm>
          <a:prstGeom prst="rect">
            <a:avLst/>
          </a:prstGeom>
          <a:solidFill>
            <a:srgbClr val="D9DDE1"/>
          </a:solidFill>
          <a:ln/>
        </p:spPr>
      </p:sp>
      <p:sp>
        <p:nvSpPr>
          <p:cNvPr id="457" name="Shape 455"/>
          <p:cNvSpPr/>
          <p:nvPr/>
        </p:nvSpPr>
        <p:spPr>
          <a:xfrm>
            <a:off x="251460" y="5271516"/>
            <a:ext cx="850392" cy="676656"/>
          </a:xfrm>
          <a:prstGeom prst="roundRect">
            <a:avLst>
              <a:gd name="adj" fmla="val 6757"/>
            </a:avLst>
          </a:prstGeom>
          <a:solidFill>
            <a:srgbClr val="FFFFFF"/>
          </a:solidFill>
          <a:ln/>
        </p:spPr>
      </p:sp>
      <p:sp>
        <p:nvSpPr>
          <p:cNvPr id="458" name="Text 456"/>
          <p:cNvSpPr txBox="1"/>
          <p:nvPr/>
        </p:nvSpPr>
        <p:spPr>
          <a:xfrm>
            <a:off x="306324"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Sofia</a:t>
            </a:r>
            <a:endParaRPr lang="en-US" sz="700" dirty="0"/>
          </a:p>
        </p:txBody>
      </p:sp>
      <p:sp>
        <p:nvSpPr>
          <p:cNvPr id="459" name="Shape 457"/>
          <p:cNvSpPr/>
          <p:nvPr/>
        </p:nvSpPr>
        <p:spPr>
          <a:xfrm>
            <a:off x="306324" y="5527548"/>
            <a:ext cx="740664" cy="41148"/>
          </a:xfrm>
          <a:prstGeom prst="rect">
            <a:avLst/>
          </a:prstGeom>
          <a:solidFill>
            <a:srgbClr val="D9DDE1"/>
          </a:solidFill>
          <a:ln/>
        </p:spPr>
      </p:sp>
      <p:sp>
        <p:nvSpPr>
          <p:cNvPr id="460" name="Shape 458"/>
          <p:cNvSpPr/>
          <p:nvPr/>
        </p:nvSpPr>
        <p:spPr>
          <a:xfrm>
            <a:off x="306324" y="5646420"/>
            <a:ext cx="740664" cy="41148"/>
          </a:xfrm>
          <a:prstGeom prst="rect">
            <a:avLst/>
          </a:prstGeom>
          <a:solidFill>
            <a:srgbClr val="D9DDE1"/>
          </a:solidFill>
          <a:ln/>
        </p:spPr>
      </p:sp>
      <p:sp>
        <p:nvSpPr>
          <p:cNvPr id="461" name="Shape 459"/>
          <p:cNvSpPr/>
          <p:nvPr/>
        </p:nvSpPr>
        <p:spPr>
          <a:xfrm>
            <a:off x="306324" y="5765292"/>
            <a:ext cx="407365" cy="41148"/>
          </a:xfrm>
          <a:prstGeom prst="rect">
            <a:avLst/>
          </a:prstGeom>
          <a:solidFill>
            <a:srgbClr val="D9DDE1"/>
          </a:solidFill>
          <a:ln/>
        </p:spPr>
      </p:sp>
      <p:sp>
        <p:nvSpPr>
          <p:cNvPr id="462" name="Shape 460"/>
          <p:cNvSpPr/>
          <p:nvPr/>
        </p:nvSpPr>
        <p:spPr>
          <a:xfrm>
            <a:off x="1152144" y="5271516"/>
            <a:ext cx="850392" cy="676656"/>
          </a:xfrm>
          <a:prstGeom prst="roundRect">
            <a:avLst>
              <a:gd name="adj" fmla="val 6757"/>
            </a:avLst>
          </a:prstGeom>
          <a:solidFill>
            <a:srgbClr val="FFFFFF"/>
          </a:solidFill>
          <a:ln/>
        </p:spPr>
      </p:sp>
      <p:sp>
        <p:nvSpPr>
          <p:cNvPr id="463" name="Text 461"/>
          <p:cNvSpPr txBox="1"/>
          <p:nvPr/>
        </p:nvSpPr>
        <p:spPr>
          <a:xfrm>
            <a:off x="1207008"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Ian</a:t>
            </a:r>
            <a:endParaRPr lang="en-US" sz="700" dirty="0"/>
          </a:p>
        </p:txBody>
      </p:sp>
      <p:sp>
        <p:nvSpPr>
          <p:cNvPr id="464" name="Shape 462"/>
          <p:cNvSpPr/>
          <p:nvPr/>
        </p:nvSpPr>
        <p:spPr>
          <a:xfrm>
            <a:off x="1207008" y="5527548"/>
            <a:ext cx="740664" cy="41148"/>
          </a:xfrm>
          <a:prstGeom prst="rect">
            <a:avLst/>
          </a:prstGeom>
          <a:solidFill>
            <a:srgbClr val="D9DDE1"/>
          </a:solidFill>
          <a:ln/>
        </p:spPr>
      </p:sp>
      <p:sp>
        <p:nvSpPr>
          <p:cNvPr id="465" name="Shape 463"/>
          <p:cNvSpPr/>
          <p:nvPr/>
        </p:nvSpPr>
        <p:spPr>
          <a:xfrm>
            <a:off x="1207008" y="5646420"/>
            <a:ext cx="740664" cy="41148"/>
          </a:xfrm>
          <a:prstGeom prst="rect">
            <a:avLst/>
          </a:prstGeom>
          <a:solidFill>
            <a:srgbClr val="D9DDE1"/>
          </a:solidFill>
          <a:ln/>
        </p:spPr>
      </p:sp>
      <p:sp>
        <p:nvSpPr>
          <p:cNvPr id="466" name="Shape 464"/>
          <p:cNvSpPr/>
          <p:nvPr/>
        </p:nvSpPr>
        <p:spPr>
          <a:xfrm>
            <a:off x="1207008" y="5765292"/>
            <a:ext cx="407365" cy="41148"/>
          </a:xfrm>
          <a:prstGeom prst="rect">
            <a:avLst/>
          </a:prstGeom>
          <a:solidFill>
            <a:srgbClr val="D9DDE1"/>
          </a:solidFill>
          <a:ln/>
        </p:spPr>
      </p:sp>
      <p:sp>
        <p:nvSpPr>
          <p:cNvPr id="467" name="Shape 465"/>
          <p:cNvSpPr/>
          <p:nvPr/>
        </p:nvSpPr>
        <p:spPr>
          <a:xfrm>
            <a:off x="2052828" y="5271516"/>
            <a:ext cx="850392" cy="676656"/>
          </a:xfrm>
          <a:prstGeom prst="roundRect">
            <a:avLst>
              <a:gd name="adj" fmla="val 6757"/>
            </a:avLst>
          </a:prstGeom>
          <a:solidFill>
            <a:srgbClr val="FFFFFF"/>
          </a:solidFill>
          <a:ln/>
        </p:spPr>
      </p:sp>
      <p:sp>
        <p:nvSpPr>
          <p:cNvPr id="468" name="Text 466"/>
          <p:cNvSpPr txBox="1"/>
          <p:nvPr/>
        </p:nvSpPr>
        <p:spPr>
          <a:xfrm>
            <a:off x="2107692"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Candela</a:t>
            </a:r>
            <a:endParaRPr lang="en-US" sz="700" dirty="0"/>
          </a:p>
        </p:txBody>
      </p:sp>
      <p:sp>
        <p:nvSpPr>
          <p:cNvPr id="469" name="Shape 467"/>
          <p:cNvSpPr/>
          <p:nvPr/>
        </p:nvSpPr>
        <p:spPr>
          <a:xfrm>
            <a:off x="2107692" y="5527548"/>
            <a:ext cx="740664" cy="41148"/>
          </a:xfrm>
          <a:prstGeom prst="rect">
            <a:avLst/>
          </a:prstGeom>
          <a:solidFill>
            <a:srgbClr val="D9DDE1"/>
          </a:solidFill>
          <a:ln/>
        </p:spPr>
      </p:sp>
      <p:sp>
        <p:nvSpPr>
          <p:cNvPr id="470" name="Shape 468"/>
          <p:cNvSpPr/>
          <p:nvPr/>
        </p:nvSpPr>
        <p:spPr>
          <a:xfrm>
            <a:off x="2107692" y="5646420"/>
            <a:ext cx="740664" cy="41148"/>
          </a:xfrm>
          <a:prstGeom prst="rect">
            <a:avLst/>
          </a:prstGeom>
          <a:solidFill>
            <a:srgbClr val="D9DDE1"/>
          </a:solidFill>
          <a:ln/>
        </p:spPr>
      </p:sp>
      <p:sp>
        <p:nvSpPr>
          <p:cNvPr id="471" name="Shape 469"/>
          <p:cNvSpPr/>
          <p:nvPr/>
        </p:nvSpPr>
        <p:spPr>
          <a:xfrm>
            <a:off x="2107692" y="5765292"/>
            <a:ext cx="407365" cy="41148"/>
          </a:xfrm>
          <a:prstGeom prst="rect">
            <a:avLst/>
          </a:prstGeom>
          <a:solidFill>
            <a:srgbClr val="D9DDE1"/>
          </a:solidFill>
          <a:ln/>
        </p:spPr>
      </p:sp>
      <p:sp>
        <p:nvSpPr>
          <p:cNvPr id="472" name="Shape 470"/>
          <p:cNvSpPr/>
          <p:nvPr/>
        </p:nvSpPr>
        <p:spPr>
          <a:xfrm>
            <a:off x="2953512" y="5271516"/>
            <a:ext cx="850392" cy="676656"/>
          </a:xfrm>
          <a:prstGeom prst="roundRect">
            <a:avLst>
              <a:gd name="adj" fmla="val 6757"/>
            </a:avLst>
          </a:prstGeom>
          <a:solidFill>
            <a:srgbClr val="FFFFFF"/>
          </a:solidFill>
          <a:ln/>
        </p:spPr>
      </p:sp>
      <p:sp>
        <p:nvSpPr>
          <p:cNvPr id="473" name="Text 471"/>
          <p:cNvSpPr txBox="1"/>
          <p:nvPr/>
        </p:nvSpPr>
        <p:spPr>
          <a:xfrm>
            <a:off x="3008376"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Trinidad</a:t>
            </a:r>
            <a:endParaRPr lang="en-US" sz="700" dirty="0"/>
          </a:p>
        </p:txBody>
      </p:sp>
      <p:sp>
        <p:nvSpPr>
          <p:cNvPr id="474" name="Shape 472"/>
          <p:cNvSpPr/>
          <p:nvPr/>
        </p:nvSpPr>
        <p:spPr>
          <a:xfrm>
            <a:off x="3008376" y="5527548"/>
            <a:ext cx="740664" cy="41148"/>
          </a:xfrm>
          <a:prstGeom prst="rect">
            <a:avLst/>
          </a:prstGeom>
          <a:solidFill>
            <a:srgbClr val="D9DDE1"/>
          </a:solidFill>
          <a:ln/>
        </p:spPr>
      </p:sp>
      <p:sp>
        <p:nvSpPr>
          <p:cNvPr id="475" name="Shape 473"/>
          <p:cNvSpPr/>
          <p:nvPr/>
        </p:nvSpPr>
        <p:spPr>
          <a:xfrm>
            <a:off x="3008376" y="5646420"/>
            <a:ext cx="740664" cy="41148"/>
          </a:xfrm>
          <a:prstGeom prst="rect">
            <a:avLst/>
          </a:prstGeom>
          <a:solidFill>
            <a:srgbClr val="D9DDE1"/>
          </a:solidFill>
          <a:ln/>
        </p:spPr>
      </p:sp>
      <p:sp>
        <p:nvSpPr>
          <p:cNvPr id="476" name="Shape 474"/>
          <p:cNvSpPr/>
          <p:nvPr/>
        </p:nvSpPr>
        <p:spPr>
          <a:xfrm>
            <a:off x="3008376" y="5765292"/>
            <a:ext cx="407365" cy="41148"/>
          </a:xfrm>
          <a:prstGeom prst="rect">
            <a:avLst/>
          </a:prstGeom>
          <a:solidFill>
            <a:srgbClr val="D9DDE1"/>
          </a:solidFill>
          <a:ln/>
        </p:spPr>
      </p:sp>
      <p:sp>
        <p:nvSpPr>
          <p:cNvPr id="477" name="Shape 475"/>
          <p:cNvSpPr/>
          <p:nvPr/>
        </p:nvSpPr>
        <p:spPr>
          <a:xfrm>
            <a:off x="3854196" y="5271516"/>
            <a:ext cx="850392" cy="676656"/>
          </a:xfrm>
          <a:prstGeom prst="roundRect">
            <a:avLst>
              <a:gd name="adj" fmla="val 6757"/>
            </a:avLst>
          </a:prstGeom>
          <a:solidFill>
            <a:srgbClr val="FFFFFF"/>
          </a:solidFill>
          <a:ln/>
        </p:spPr>
      </p:sp>
      <p:sp>
        <p:nvSpPr>
          <p:cNvPr id="478" name="Text 476"/>
          <p:cNvSpPr txBox="1"/>
          <p:nvPr/>
        </p:nvSpPr>
        <p:spPr>
          <a:xfrm>
            <a:off x="3909060"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Paula</a:t>
            </a:r>
            <a:endParaRPr lang="en-US" sz="700" dirty="0"/>
          </a:p>
        </p:txBody>
      </p:sp>
      <p:sp>
        <p:nvSpPr>
          <p:cNvPr id="479" name="Shape 477"/>
          <p:cNvSpPr/>
          <p:nvPr/>
        </p:nvSpPr>
        <p:spPr>
          <a:xfrm>
            <a:off x="3909060" y="5527548"/>
            <a:ext cx="740664" cy="41148"/>
          </a:xfrm>
          <a:prstGeom prst="rect">
            <a:avLst/>
          </a:prstGeom>
          <a:solidFill>
            <a:srgbClr val="D9DDE1"/>
          </a:solidFill>
          <a:ln/>
        </p:spPr>
      </p:sp>
      <p:sp>
        <p:nvSpPr>
          <p:cNvPr id="480" name="Shape 478"/>
          <p:cNvSpPr/>
          <p:nvPr/>
        </p:nvSpPr>
        <p:spPr>
          <a:xfrm>
            <a:off x="3909060" y="5646420"/>
            <a:ext cx="740664" cy="41148"/>
          </a:xfrm>
          <a:prstGeom prst="rect">
            <a:avLst/>
          </a:prstGeom>
          <a:solidFill>
            <a:srgbClr val="D9DDE1"/>
          </a:solidFill>
          <a:ln/>
        </p:spPr>
      </p:sp>
      <p:sp>
        <p:nvSpPr>
          <p:cNvPr id="481" name="Shape 479"/>
          <p:cNvSpPr/>
          <p:nvPr/>
        </p:nvSpPr>
        <p:spPr>
          <a:xfrm>
            <a:off x="3909060" y="5765292"/>
            <a:ext cx="407365" cy="41148"/>
          </a:xfrm>
          <a:prstGeom prst="rect">
            <a:avLst/>
          </a:prstGeom>
          <a:solidFill>
            <a:srgbClr val="D9DDE1"/>
          </a:solidFill>
          <a:ln/>
        </p:spPr>
      </p:sp>
      <p:sp>
        <p:nvSpPr>
          <p:cNvPr id="482" name="Shape 480"/>
          <p:cNvSpPr/>
          <p:nvPr/>
        </p:nvSpPr>
        <p:spPr>
          <a:xfrm>
            <a:off x="4754880" y="5271516"/>
            <a:ext cx="850392" cy="676656"/>
          </a:xfrm>
          <a:prstGeom prst="roundRect">
            <a:avLst>
              <a:gd name="adj" fmla="val 6757"/>
            </a:avLst>
          </a:prstGeom>
          <a:solidFill>
            <a:srgbClr val="FFFFFF"/>
          </a:solidFill>
          <a:ln/>
        </p:spPr>
      </p:sp>
      <p:sp>
        <p:nvSpPr>
          <p:cNvPr id="483" name="Text 481"/>
          <p:cNvSpPr txBox="1"/>
          <p:nvPr/>
        </p:nvSpPr>
        <p:spPr>
          <a:xfrm>
            <a:off x="4809744"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Lucia</a:t>
            </a:r>
            <a:endParaRPr lang="en-US" sz="700" dirty="0"/>
          </a:p>
        </p:txBody>
      </p:sp>
      <p:sp>
        <p:nvSpPr>
          <p:cNvPr id="484" name="Shape 482"/>
          <p:cNvSpPr/>
          <p:nvPr/>
        </p:nvSpPr>
        <p:spPr>
          <a:xfrm>
            <a:off x="4809744" y="5527548"/>
            <a:ext cx="740664" cy="41148"/>
          </a:xfrm>
          <a:prstGeom prst="rect">
            <a:avLst/>
          </a:prstGeom>
          <a:solidFill>
            <a:srgbClr val="D9DDE1"/>
          </a:solidFill>
          <a:ln/>
        </p:spPr>
      </p:sp>
      <p:sp>
        <p:nvSpPr>
          <p:cNvPr id="485" name="Shape 483"/>
          <p:cNvSpPr/>
          <p:nvPr/>
        </p:nvSpPr>
        <p:spPr>
          <a:xfrm>
            <a:off x="4809744" y="5646420"/>
            <a:ext cx="740664" cy="41148"/>
          </a:xfrm>
          <a:prstGeom prst="rect">
            <a:avLst/>
          </a:prstGeom>
          <a:solidFill>
            <a:srgbClr val="D9DDE1"/>
          </a:solidFill>
          <a:ln/>
        </p:spPr>
      </p:sp>
      <p:sp>
        <p:nvSpPr>
          <p:cNvPr id="486" name="Shape 484"/>
          <p:cNvSpPr/>
          <p:nvPr/>
        </p:nvSpPr>
        <p:spPr>
          <a:xfrm>
            <a:off x="4809744" y="5765292"/>
            <a:ext cx="407365" cy="41148"/>
          </a:xfrm>
          <a:prstGeom prst="rect">
            <a:avLst/>
          </a:prstGeom>
          <a:solidFill>
            <a:srgbClr val="D9DDE1"/>
          </a:solidFill>
          <a:ln/>
        </p:spPr>
      </p:sp>
      <p:sp>
        <p:nvSpPr>
          <p:cNvPr id="487" name="Shape 485"/>
          <p:cNvSpPr/>
          <p:nvPr/>
        </p:nvSpPr>
        <p:spPr>
          <a:xfrm>
            <a:off x="5655564" y="5271516"/>
            <a:ext cx="850392" cy="676656"/>
          </a:xfrm>
          <a:prstGeom prst="roundRect">
            <a:avLst>
              <a:gd name="adj" fmla="val 6757"/>
            </a:avLst>
          </a:prstGeom>
          <a:solidFill>
            <a:srgbClr val="FFFFFF"/>
          </a:solidFill>
          <a:ln/>
        </p:spPr>
      </p:sp>
      <p:sp>
        <p:nvSpPr>
          <p:cNvPr id="488" name="Text 486"/>
          <p:cNvSpPr txBox="1"/>
          <p:nvPr/>
        </p:nvSpPr>
        <p:spPr>
          <a:xfrm>
            <a:off x="5710428"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Sofia</a:t>
            </a:r>
            <a:endParaRPr lang="en-US" sz="700" dirty="0"/>
          </a:p>
        </p:txBody>
      </p:sp>
      <p:sp>
        <p:nvSpPr>
          <p:cNvPr id="489" name="Shape 487"/>
          <p:cNvSpPr/>
          <p:nvPr/>
        </p:nvSpPr>
        <p:spPr>
          <a:xfrm>
            <a:off x="5710428" y="5527548"/>
            <a:ext cx="740664" cy="41148"/>
          </a:xfrm>
          <a:prstGeom prst="rect">
            <a:avLst/>
          </a:prstGeom>
          <a:solidFill>
            <a:srgbClr val="D9DDE1"/>
          </a:solidFill>
          <a:ln/>
        </p:spPr>
      </p:sp>
      <p:sp>
        <p:nvSpPr>
          <p:cNvPr id="490" name="Shape 488"/>
          <p:cNvSpPr/>
          <p:nvPr/>
        </p:nvSpPr>
        <p:spPr>
          <a:xfrm>
            <a:off x="5710428" y="5646420"/>
            <a:ext cx="740664" cy="41148"/>
          </a:xfrm>
          <a:prstGeom prst="rect">
            <a:avLst/>
          </a:prstGeom>
          <a:solidFill>
            <a:srgbClr val="D9DDE1"/>
          </a:solidFill>
          <a:ln/>
        </p:spPr>
      </p:sp>
      <p:sp>
        <p:nvSpPr>
          <p:cNvPr id="491" name="Shape 489"/>
          <p:cNvSpPr/>
          <p:nvPr/>
        </p:nvSpPr>
        <p:spPr>
          <a:xfrm>
            <a:off x="5710428" y="5765292"/>
            <a:ext cx="407365" cy="41148"/>
          </a:xfrm>
          <a:prstGeom prst="rect">
            <a:avLst/>
          </a:prstGeom>
          <a:solidFill>
            <a:srgbClr val="D9DDE1"/>
          </a:solidFill>
          <a:ln/>
        </p:spPr>
      </p:sp>
      <p:sp>
        <p:nvSpPr>
          <p:cNvPr id="492" name="Shape 490"/>
          <p:cNvSpPr/>
          <p:nvPr/>
        </p:nvSpPr>
        <p:spPr>
          <a:xfrm>
            <a:off x="6556248" y="5271516"/>
            <a:ext cx="850392" cy="676656"/>
          </a:xfrm>
          <a:prstGeom prst="roundRect">
            <a:avLst>
              <a:gd name="adj" fmla="val 6757"/>
            </a:avLst>
          </a:prstGeom>
          <a:solidFill>
            <a:srgbClr val="FFFFFF"/>
          </a:solidFill>
          <a:ln/>
        </p:spPr>
      </p:sp>
      <p:sp>
        <p:nvSpPr>
          <p:cNvPr id="493" name="Text 491"/>
          <p:cNvSpPr txBox="1"/>
          <p:nvPr/>
        </p:nvSpPr>
        <p:spPr>
          <a:xfrm>
            <a:off x="6611112"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Gaspar</a:t>
            </a:r>
            <a:endParaRPr lang="en-US" sz="700" dirty="0"/>
          </a:p>
        </p:txBody>
      </p:sp>
      <p:sp>
        <p:nvSpPr>
          <p:cNvPr id="494" name="Shape 492"/>
          <p:cNvSpPr/>
          <p:nvPr/>
        </p:nvSpPr>
        <p:spPr>
          <a:xfrm>
            <a:off x="6611112" y="5527548"/>
            <a:ext cx="740664" cy="41148"/>
          </a:xfrm>
          <a:prstGeom prst="rect">
            <a:avLst/>
          </a:prstGeom>
          <a:solidFill>
            <a:srgbClr val="D9DDE1"/>
          </a:solidFill>
          <a:ln/>
        </p:spPr>
      </p:sp>
      <p:sp>
        <p:nvSpPr>
          <p:cNvPr id="495" name="Shape 493"/>
          <p:cNvSpPr/>
          <p:nvPr/>
        </p:nvSpPr>
        <p:spPr>
          <a:xfrm>
            <a:off x="6611112" y="5646420"/>
            <a:ext cx="740664" cy="41148"/>
          </a:xfrm>
          <a:prstGeom prst="rect">
            <a:avLst/>
          </a:prstGeom>
          <a:solidFill>
            <a:srgbClr val="D9DDE1"/>
          </a:solidFill>
          <a:ln/>
        </p:spPr>
      </p:sp>
      <p:sp>
        <p:nvSpPr>
          <p:cNvPr id="496" name="Shape 494"/>
          <p:cNvSpPr/>
          <p:nvPr/>
        </p:nvSpPr>
        <p:spPr>
          <a:xfrm>
            <a:off x="6611112" y="5765292"/>
            <a:ext cx="407365" cy="41148"/>
          </a:xfrm>
          <a:prstGeom prst="rect">
            <a:avLst/>
          </a:prstGeom>
          <a:solidFill>
            <a:srgbClr val="D9DDE1"/>
          </a:solidFill>
          <a:ln/>
        </p:spPr>
      </p:sp>
      <p:sp>
        <p:nvSpPr>
          <p:cNvPr id="497" name="Shape 495"/>
          <p:cNvSpPr/>
          <p:nvPr/>
        </p:nvSpPr>
        <p:spPr>
          <a:xfrm>
            <a:off x="7456932" y="5271516"/>
            <a:ext cx="850392" cy="676656"/>
          </a:xfrm>
          <a:prstGeom prst="roundRect">
            <a:avLst>
              <a:gd name="adj" fmla="val 6757"/>
            </a:avLst>
          </a:prstGeom>
          <a:solidFill>
            <a:srgbClr val="FFFFFF"/>
          </a:solidFill>
          <a:ln/>
        </p:spPr>
      </p:sp>
      <p:sp>
        <p:nvSpPr>
          <p:cNvPr id="498" name="Text 496"/>
          <p:cNvSpPr txBox="1"/>
          <p:nvPr/>
        </p:nvSpPr>
        <p:spPr>
          <a:xfrm>
            <a:off x="7511796"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Ian</a:t>
            </a:r>
            <a:endParaRPr lang="en-US" sz="700" dirty="0"/>
          </a:p>
        </p:txBody>
      </p:sp>
      <p:sp>
        <p:nvSpPr>
          <p:cNvPr id="499" name="Shape 497"/>
          <p:cNvSpPr/>
          <p:nvPr/>
        </p:nvSpPr>
        <p:spPr>
          <a:xfrm>
            <a:off x="7511796" y="5527548"/>
            <a:ext cx="740664" cy="41148"/>
          </a:xfrm>
          <a:prstGeom prst="rect">
            <a:avLst/>
          </a:prstGeom>
          <a:solidFill>
            <a:srgbClr val="D9DDE1"/>
          </a:solidFill>
          <a:ln/>
        </p:spPr>
      </p:sp>
      <p:sp>
        <p:nvSpPr>
          <p:cNvPr id="500" name="Shape 498"/>
          <p:cNvSpPr/>
          <p:nvPr/>
        </p:nvSpPr>
        <p:spPr>
          <a:xfrm>
            <a:off x="7511796" y="5646420"/>
            <a:ext cx="740664" cy="41148"/>
          </a:xfrm>
          <a:prstGeom prst="rect">
            <a:avLst/>
          </a:prstGeom>
          <a:solidFill>
            <a:srgbClr val="D9DDE1"/>
          </a:solidFill>
          <a:ln/>
        </p:spPr>
      </p:sp>
      <p:sp>
        <p:nvSpPr>
          <p:cNvPr id="501" name="Shape 499"/>
          <p:cNvSpPr/>
          <p:nvPr/>
        </p:nvSpPr>
        <p:spPr>
          <a:xfrm>
            <a:off x="7511796" y="5765292"/>
            <a:ext cx="407365" cy="41148"/>
          </a:xfrm>
          <a:prstGeom prst="rect">
            <a:avLst/>
          </a:prstGeom>
          <a:solidFill>
            <a:srgbClr val="D9DDE1"/>
          </a:solidFill>
          <a:ln/>
        </p:spPr>
      </p:sp>
      <p:sp>
        <p:nvSpPr>
          <p:cNvPr id="502" name="Shape 500"/>
          <p:cNvSpPr/>
          <p:nvPr/>
        </p:nvSpPr>
        <p:spPr>
          <a:xfrm>
            <a:off x="8357616" y="5271516"/>
            <a:ext cx="850392" cy="676656"/>
          </a:xfrm>
          <a:prstGeom prst="roundRect">
            <a:avLst>
              <a:gd name="adj" fmla="val 6757"/>
            </a:avLst>
          </a:prstGeom>
          <a:solidFill>
            <a:srgbClr val="FFFFFF"/>
          </a:solidFill>
          <a:ln/>
        </p:spPr>
      </p:sp>
      <p:sp>
        <p:nvSpPr>
          <p:cNvPr id="503" name="Text 501"/>
          <p:cNvSpPr txBox="1"/>
          <p:nvPr/>
        </p:nvSpPr>
        <p:spPr>
          <a:xfrm>
            <a:off x="8412480"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Valentina</a:t>
            </a:r>
            <a:endParaRPr lang="en-US" sz="700" dirty="0"/>
          </a:p>
        </p:txBody>
      </p:sp>
      <p:sp>
        <p:nvSpPr>
          <p:cNvPr id="504" name="Shape 502"/>
          <p:cNvSpPr/>
          <p:nvPr/>
        </p:nvSpPr>
        <p:spPr>
          <a:xfrm>
            <a:off x="8412480" y="5527548"/>
            <a:ext cx="740664" cy="41148"/>
          </a:xfrm>
          <a:prstGeom prst="rect">
            <a:avLst/>
          </a:prstGeom>
          <a:solidFill>
            <a:srgbClr val="D9DDE1"/>
          </a:solidFill>
          <a:ln/>
        </p:spPr>
      </p:sp>
      <p:sp>
        <p:nvSpPr>
          <p:cNvPr id="505" name="Shape 503"/>
          <p:cNvSpPr/>
          <p:nvPr/>
        </p:nvSpPr>
        <p:spPr>
          <a:xfrm>
            <a:off x="8412480" y="5646420"/>
            <a:ext cx="740664" cy="41148"/>
          </a:xfrm>
          <a:prstGeom prst="rect">
            <a:avLst/>
          </a:prstGeom>
          <a:solidFill>
            <a:srgbClr val="D9DDE1"/>
          </a:solidFill>
          <a:ln/>
        </p:spPr>
      </p:sp>
      <p:sp>
        <p:nvSpPr>
          <p:cNvPr id="506" name="Shape 504"/>
          <p:cNvSpPr/>
          <p:nvPr/>
        </p:nvSpPr>
        <p:spPr>
          <a:xfrm>
            <a:off x="8412480" y="5765292"/>
            <a:ext cx="407365" cy="41148"/>
          </a:xfrm>
          <a:prstGeom prst="rect">
            <a:avLst/>
          </a:prstGeom>
          <a:solidFill>
            <a:srgbClr val="D9DDE1"/>
          </a:solidFill>
          <a:ln/>
        </p:spPr>
      </p:sp>
      <p:sp>
        <p:nvSpPr>
          <p:cNvPr id="507" name="Shape 505"/>
          <p:cNvSpPr/>
          <p:nvPr/>
        </p:nvSpPr>
        <p:spPr>
          <a:xfrm>
            <a:off x="9258300" y="5271516"/>
            <a:ext cx="850392" cy="676656"/>
          </a:xfrm>
          <a:prstGeom prst="roundRect">
            <a:avLst>
              <a:gd name="adj" fmla="val 6757"/>
            </a:avLst>
          </a:prstGeom>
          <a:solidFill>
            <a:srgbClr val="FFFFFF"/>
          </a:solidFill>
          <a:ln/>
        </p:spPr>
      </p:sp>
      <p:sp>
        <p:nvSpPr>
          <p:cNvPr id="508" name="Text 506"/>
          <p:cNvSpPr txBox="1"/>
          <p:nvPr/>
        </p:nvSpPr>
        <p:spPr>
          <a:xfrm>
            <a:off x="9313164"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Martina</a:t>
            </a:r>
            <a:endParaRPr lang="en-US" sz="700" dirty="0"/>
          </a:p>
        </p:txBody>
      </p:sp>
      <p:sp>
        <p:nvSpPr>
          <p:cNvPr id="509" name="Shape 507"/>
          <p:cNvSpPr/>
          <p:nvPr/>
        </p:nvSpPr>
        <p:spPr>
          <a:xfrm>
            <a:off x="9313164" y="5527548"/>
            <a:ext cx="740664" cy="41148"/>
          </a:xfrm>
          <a:prstGeom prst="rect">
            <a:avLst/>
          </a:prstGeom>
          <a:solidFill>
            <a:srgbClr val="D9DDE1"/>
          </a:solidFill>
          <a:ln/>
        </p:spPr>
      </p:sp>
      <p:sp>
        <p:nvSpPr>
          <p:cNvPr id="510" name="Shape 508"/>
          <p:cNvSpPr/>
          <p:nvPr/>
        </p:nvSpPr>
        <p:spPr>
          <a:xfrm>
            <a:off x="9313164" y="5646420"/>
            <a:ext cx="740664" cy="41148"/>
          </a:xfrm>
          <a:prstGeom prst="rect">
            <a:avLst/>
          </a:prstGeom>
          <a:solidFill>
            <a:srgbClr val="D9DDE1"/>
          </a:solidFill>
          <a:ln/>
        </p:spPr>
      </p:sp>
      <p:sp>
        <p:nvSpPr>
          <p:cNvPr id="511" name="Shape 509"/>
          <p:cNvSpPr/>
          <p:nvPr/>
        </p:nvSpPr>
        <p:spPr>
          <a:xfrm>
            <a:off x="9313164" y="5765292"/>
            <a:ext cx="407365" cy="41148"/>
          </a:xfrm>
          <a:prstGeom prst="rect">
            <a:avLst/>
          </a:prstGeom>
          <a:solidFill>
            <a:srgbClr val="D9DDE1"/>
          </a:solidFill>
          <a:ln/>
        </p:spPr>
      </p:sp>
      <p:sp>
        <p:nvSpPr>
          <p:cNvPr id="512" name="Shape 510"/>
          <p:cNvSpPr/>
          <p:nvPr/>
        </p:nvSpPr>
        <p:spPr>
          <a:xfrm>
            <a:off x="10158984" y="5271516"/>
            <a:ext cx="850392" cy="676656"/>
          </a:xfrm>
          <a:prstGeom prst="roundRect">
            <a:avLst>
              <a:gd name="adj" fmla="val 6757"/>
            </a:avLst>
          </a:prstGeom>
          <a:solidFill>
            <a:srgbClr val="FFFFFF"/>
          </a:solidFill>
          <a:ln/>
        </p:spPr>
      </p:sp>
      <p:sp>
        <p:nvSpPr>
          <p:cNvPr id="513" name="Text 511"/>
          <p:cNvSpPr txBox="1"/>
          <p:nvPr/>
        </p:nvSpPr>
        <p:spPr>
          <a:xfrm>
            <a:off x="10213848"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Zoe</a:t>
            </a:r>
            <a:endParaRPr lang="en-US" sz="700" dirty="0"/>
          </a:p>
        </p:txBody>
      </p:sp>
      <p:sp>
        <p:nvSpPr>
          <p:cNvPr id="514" name="Shape 512"/>
          <p:cNvSpPr/>
          <p:nvPr/>
        </p:nvSpPr>
        <p:spPr>
          <a:xfrm>
            <a:off x="10213848" y="5527548"/>
            <a:ext cx="740664" cy="41148"/>
          </a:xfrm>
          <a:prstGeom prst="rect">
            <a:avLst/>
          </a:prstGeom>
          <a:solidFill>
            <a:srgbClr val="D9DDE1"/>
          </a:solidFill>
          <a:ln/>
        </p:spPr>
      </p:sp>
      <p:sp>
        <p:nvSpPr>
          <p:cNvPr id="515" name="Shape 513"/>
          <p:cNvSpPr/>
          <p:nvPr/>
        </p:nvSpPr>
        <p:spPr>
          <a:xfrm>
            <a:off x="10213848" y="5646420"/>
            <a:ext cx="740664" cy="41148"/>
          </a:xfrm>
          <a:prstGeom prst="rect">
            <a:avLst/>
          </a:prstGeom>
          <a:solidFill>
            <a:srgbClr val="D9DDE1"/>
          </a:solidFill>
          <a:ln/>
        </p:spPr>
      </p:sp>
      <p:sp>
        <p:nvSpPr>
          <p:cNvPr id="516" name="Shape 514"/>
          <p:cNvSpPr/>
          <p:nvPr/>
        </p:nvSpPr>
        <p:spPr>
          <a:xfrm>
            <a:off x="10213848" y="5765292"/>
            <a:ext cx="407365" cy="41148"/>
          </a:xfrm>
          <a:prstGeom prst="rect">
            <a:avLst/>
          </a:prstGeom>
          <a:solidFill>
            <a:srgbClr val="D9DDE1"/>
          </a:solidFill>
          <a:ln/>
        </p:spPr>
      </p:sp>
      <p:sp>
        <p:nvSpPr>
          <p:cNvPr id="517" name="Shape 515"/>
          <p:cNvSpPr/>
          <p:nvPr/>
        </p:nvSpPr>
        <p:spPr>
          <a:xfrm>
            <a:off x="11059668" y="5271516"/>
            <a:ext cx="850392" cy="676656"/>
          </a:xfrm>
          <a:prstGeom prst="roundRect">
            <a:avLst>
              <a:gd name="adj" fmla="val 6757"/>
            </a:avLst>
          </a:prstGeom>
          <a:solidFill>
            <a:srgbClr val="FFFFFF"/>
          </a:solidFill>
          <a:ln/>
        </p:spPr>
      </p:sp>
      <p:sp>
        <p:nvSpPr>
          <p:cNvPr id="518" name="Text 516"/>
          <p:cNvSpPr txBox="1"/>
          <p:nvPr/>
        </p:nvSpPr>
        <p:spPr>
          <a:xfrm>
            <a:off x="11114532" y="5317236"/>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Maite</a:t>
            </a:r>
            <a:endParaRPr lang="en-US" sz="700" dirty="0"/>
          </a:p>
        </p:txBody>
      </p:sp>
      <p:sp>
        <p:nvSpPr>
          <p:cNvPr id="519" name="Shape 517"/>
          <p:cNvSpPr/>
          <p:nvPr/>
        </p:nvSpPr>
        <p:spPr>
          <a:xfrm>
            <a:off x="11114532" y="5527548"/>
            <a:ext cx="740664" cy="41148"/>
          </a:xfrm>
          <a:prstGeom prst="rect">
            <a:avLst/>
          </a:prstGeom>
          <a:solidFill>
            <a:srgbClr val="D9DDE1"/>
          </a:solidFill>
          <a:ln/>
        </p:spPr>
      </p:sp>
      <p:sp>
        <p:nvSpPr>
          <p:cNvPr id="520" name="Shape 518"/>
          <p:cNvSpPr/>
          <p:nvPr/>
        </p:nvSpPr>
        <p:spPr>
          <a:xfrm>
            <a:off x="11114532" y="5646420"/>
            <a:ext cx="740664" cy="41148"/>
          </a:xfrm>
          <a:prstGeom prst="rect">
            <a:avLst/>
          </a:prstGeom>
          <a:solidFill>
            <a:srgbClr val="D9DDE1"/>
          </a:solidFill>
          <a:ln/>
        </p:spPr>
      </p:sp>
      <p:sp>
        <p:nvSpPr>
          <p:cNvPr id="521" name="Shape 519"/>
          <p:cNvSpPr/>
          <p:nvPr/>
        </p:nvSpPr>
        <p:spPr>
          <a:xfrm>
            <a:off x="11114532" y="5765292"/>
            <a:ext cx="407365" cy="41148"/>
          </a:xfrm>
          <a:prstGeom prst="rect">
            <a:avLst/>
          </a:prstGeom>
          <a:solidFill>
            <a:srgbClr val="D9DDE1"/>
          </a:solidFill>
          <a:ln/>
        </p:spPr>
      </p:sp>
      <p:sp>
        <p:nvSpPr>
          <p:cNvPr id="522" name="Shape 520"/>
          <p:cNvSpPr/>
          <p:nvPr/>
        </p:nvSpPr>
        <p:spPr>
          <a:xfrm>
            <a:off x="251460" y="5998464"/>
            <a:ext cx="850392" cy="676656"/>
          </a:xfrm>
          <a:prstGeom prst="roundRect">
            <a:avLst>
              <a:gd name="adj" fmla="val 6757"/>
            </a:avLst>
          </a:prstGeom>
          <a:solidFill>
            <a:srgbClr val="FFFFFF"/>
          </a:solidFill>
          <a:ln/>
        </p:spPr>
      </p:sp>
      <p:sp>
        <p:nvSpPr>
          <p:cNvPr id="523" name="Text 521"/>
          <p:cNvSpPr txBox="1"/>
          <p:nvPr/>
        </p:nvSpPr>
        <p:spPr>
          <a:xfrm>
            <a:off x="306324"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Enzo</a:t>
            </a:r>
            <a:endParaRPr lang="en-US" sz="700" dirty="0"/>
          </a:p>
        </p:txBody>
      </p:sp>
      <p:sp>
        <p:nvSpPr>
          <p:cNvPr id="524" name="Shape 522"/>
          <p:cNvSpPr/>
          <p:nvPr/>
        </p:nvSpPr>
        <p:spPr>
          <a:xfrm>
            <a:off x="306324" y="6254496"/>
            <a:ext cx="740664" cy="41148"/>
          </a:xfrm>
          <a:prstGeom prst="rect">
            <a:avLst/>
          </a:prstGeom>
          <a:solidFill>
            <a:srgbClr val="D9DDE1"/>
          </a:solidFill>
          <a:ln/>
        </p:spPr>
      </p:sp>
      <p:sp>
        <p:nvSpPr>
          <p:cNvPr id="525" name="Shape 523"/>
          <p:cNvSpPr/>
          <p:nvPr/>
        </p:nvSpPr>
        <p:spPr>
          <a:xfrm>
            <a:off x="306324" y="6373368"/>
            <a:ext cx="740664" cy="41148"/>
          </a:xfrm>
          <a:prstGeom prst="rect">
            <a:avLst/>
          </a:prstGeom>
          <a:solidFill>
            <a:srgbClr val="D9DDE1"/>
          </a:solidFill>
          <a:ln/>
        </p:spPr>
      </p:sp>
      <p:sp>
        <p:nvSpPr>
          <p:cNvPr id="526" name="Shape 524"/>
          <p:cNvSpPr/>
          <p:nvPr/>
        </p:nvSpPr>
        <p:spPr>
          <a:xfrm>
            <a:off x="306324" y="6492240"/>
            <a:ext cx="407365" cy="41148"/>
          </a:xfrm>
          <a:prstGeom prst="rect">
            <a:avLst/>
          </a:prstGeom>
          <a:solidFill>
            <a:srgbClr val="D9DDE1"/>
          </a:solidFill>
          <a:ln/>
        </p:spPr>
      </p:sp>
      <p:sp>
        <p:nvSpPr>
          <p:cNvPr id="527" name="Shape 525"/>
          <p:cNvSpPr/>
          <p:nvPr/>
        </p:nvSpPr>
        <p:spPr>
          <a:xfrm>
            <a:off x="1152144" y="5998464"/>
            <a:ext cx="850392" cy="676656"/>
          </a:xfrm>
          <a:prstGeom prst="roundRect">
            <a:avLst>
              <a:gd name="adj" fmla="val 6757"/>
            </a:avLst>
          </a:prstGeom>
          <a:solidFill>
            <a:srgbClr val="FFFFFF"/>
          </a:solidFill>
          <a:ln/>
        </p:spPr>
      </p:sp>
      <p:sp>
        <p:nvSpPr>
          <p:cNvPr id="528" name="Text 526"/>
          <p:cNvSpPr txBox="1"/>
          <p:nvPr/>
        </p:nvSpPr>
        <p:spPr>
          <a:xfrm>
            <a:off x="1207008"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Valentina</a:t>
            </a:r>
            <a:endParaRPr lang="en-US" sz="700" dirty="0"/>
          </a:p>
        </p:txBody>
      </p:sp>
      <p:sp>
        <p:nvSpPr>
          <p:cNvPr id="529" name="Shape 527"/>
          <p:cNvSpPr/>
          <p:nvPr/>
        </p:nvSpPr>
        <p:spPr>
          <a:xfrm>
            <a:off x="1207008" y="6254496"/>
            <a:ext cx="740664" cy="41148"/>
          </a:xfrm>
          <a:prstGeom prst="rect">
            <a:avLst/>
          </a:prstGeom>
          <a:solidFill>
            <a:srgbClr val="D9DDE1"/>
          </a:solidFill>
          <a:ln/>
        </p:spPr>
      </p:sp>
      <p:sp>
        <p:nvSpPr>
          <p:cNvPr id="530" name="Shape 528"/>
          <p:cNvSpPr/>
          <p:nvPr/>
        </p:nvSpPr>
        <p:spPr>
          <a:xfrm>
            <a:off x="1207008" y="6373368"/>
            <a:ext cx="740664" cy="41148"/>
          </a:xfrm>
          <a:prstGeom prst="rect">
            <a:avLst/>
          </a:prstGeom>
          <a:solidFill>
            <a:srgbClr val="D9DDE1"/>
          </a:solidFill>
          <a:ln/>
        </p:spPr>
      </p:sp>
      <p:sp>
        <p:nvSpPr>
          <p:cNvPr id="531" name="Shape 529"/>
          <p:cNvSpPr/>
          <p:nvPr/>
        </p:nvSpPr>
        <p:spPr>
          <a:xfrm>
            <a:off x="1207008" y="6492240"/>
            <a:ext cx="407365" cy="41148"/>
          </a:xfrm>
          <a:prstGeom prst="rect">
            <a:avLst/>
          </a:prstGeom>
          <a:solidFill>
            <a:srgbClr val="D9DDE1"/>
          </a:solidFill>
          <a:ln/>
        </p:spPr>
      </p:sp>
      <p:sp>
        <p:nvSpPr>
          <p:cNvPr id="532" name="Shape 530"/>
          <p:cNvSpPr/>
          <p:nvPr/>
        </p:nvSpPr>
        <p:spPr>
          <a:xfrm>
            <a:off x="2052828" y="5998464"/>
            <a:ext cx="850392" cy="676656"/>
          </a:xfrm>
          <a:prstGeom prst="roundRect">
            <a:avLst>
              <a:gd name="adj" fmla="val 6757"/>
            </a:avLst>
          </a:prstGeom>
          <a:solidFill>
            <a:srgbClr val="FFFFFF"/>
          </a:solidFill>
          <a:ln/>
        </p:spPr>
      </p:sp>
      <p:sp>
        <p:nvSpPr>
          <p:cNvPr id="533" name="Text 531"/>
          <p:cNvSpPr txBox="1"/>
          <p:nvPr/>
        </p:nvSpPr>
        <p:spPr>
          <a:xfrm>
            <a:off x="2107692"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Ambar</a:t>
            </a:r>
            <a:endParaRPr lang="en-US" sz="700" dirty="0"/>
          </a:p>
        </p:txBody>
      </p:sp>
      <p:sp>
        <p:nvSpPr>
          <p:cNvPr id="534" name="Shape 532"/>
          <p:cNvSpPr/>
          <p:nvPr/>
        </p:nvSpPr>
        <p:spPr>
          <a:xfrm>
            <a:off x="2107692" y="6254496"/>
            <a:ext cx="740664" cy="41148"/>
          </a:xfrm>
          <a:prstGeom prst="rect">
            <a:avLst/>
          </a:prstGeom>
          <a:solidFill>
            <a:srgbClr val="D9DDE1"/>
          </a:solidFill>
          <a:ln/>
        </p:spPr>
      </p:sp>
      <p:sp>
        <p:nvSpPr>
          <p:cNvPr id="535" name="Shape 533"/>
          <p:cNvSpPr/>
          <p:nvPr/>
        </p:nvSpPr>
        <p:spPr>
          <a:xfrm>
            <a:off x="2107692" y="6373368"/>
            <a:ext cx="740664" cy="41148"/>
          </a:xfrm>
          <a:prstGeom prst="rect">
            <a:avLst/>
          </a:prstGeom>
          <a:solidFill>
            <a:srgbClr val="D9DDE1"/>
          </a:solidFill>
          <a:ln/>
        </p:spPr>
      </p:sp>
      <p:sp>
        <p:nvSpPr>
          <p:cNvPr id="536" name="Shape 534"/>
          <p:cNvSpPr/>
          <p:nvPr/>
        </p:nvSpPr>
        <p:spPr>
          <a:xfrm>
            <a:off x="2107692" y="6492240"/>
            <a:ext cx="407365" cy="41148"/>
          </a:xfrm>
          <a:prstGeom prst="rect">
            <a:avLst/>
          </a:prstGeom>
          <a:solidFill>
            <a:srgbClr val="D9DDE1"/>
          </a:solidFill>
          <a:ln/>
        </p:spPr>
      </p:sp>
      <p:sp>
        <p:nvSpPr>
          <p:cNvPr id="537" name="Shape 535"/>
          <p:cNvSpPr/>
          <p:nvPr/>
        </p:nvSpPr>
        <p:spPr>
          <a:xfrm>
            <a:off x="2953512" y="5998464"/>
            <a:ext cx="850392" cy="676656"/>
          </a:xfrm>
          <a:prstGeom prst="roundRect">
            <a:avLst>
              <a:gd name="adj" fmla="val 6757"/>
            </a:avLst>
          </a:prstGeom>
          <a:solidFill>
            <a:srgbClr val="FFFFFF"/>
          </a:solidFill>
          <a:ln/>
        </p:spPr>
      </p:sp>
      <p:sp>
        <p:nvSpPr>
          <p:cNvPr id="538" name="Text 536"/>
          <p:cNvSpPr txBox="1"/>
          <p:nvPr/>
        </p:nvSpPr>
        <p:spPr>
          <a:xfrm>
            <a:off x="3008376"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Ciro</a:t>
            </a:r>
            <a:endParaRPr lang="en-US" sz="700" dirty="0"/>
          </a:p>
        </p:txBody>
      </p:sp>
      <p:sp>
        <p:nvSpPr>
          <p:cNvPr id="539" name="Shape 537"/>
          <p:cNvSpPr/>
          <p:nvPr/>
        </p:nvSpPr>
        <p:spPr>
          <a:xfrm>
            <a:off x="3008376" y="6254496"/>
            <a:ext cx="740664" cy="41148"/>
          </a:xfrm>
          <a:prstGeom prst="rect">
            <a:avLst/>
          </a:prstGeom>
          <a:solidFill>
            <a:srgbClr val="D9DDE1"/>
          </a:solidFill>
          <a:ln/>
        </p:spPr>
      </p:sp>
      <p:sp>
        <p:nvSpPr>
          <p:cNvPr id="540" name="Shape 538"/>
          <p:cNvSpPr/>
          <p:nvPr/>
        </p:nvSpPr>
        <p:spPr>
          <a:xfrm>
            <a:off x="3008376" y="6373368"/>
            <a:ext cx="740664" cy="41148"/>
          </a:xfrm>
          <a:prstGeom prst="rect">
            <a:avLst/>
          </a:prstGeom>
          <a:solidFill>
            <a:srgbClr val="D9DDE1"/>
          </a:solidFill>
          <a:ln/>
        </p:spPr>
      </p:sp>
      <p:sp>
        <p:nvSpPr>
          <p:cNvPr id="541" name="Shape 539"/>
          <p:cNvSpPr/>
          <p:nvPr/>
        </p:nvSpPr>
        <p:spPr>
          <a:xfrm>
            <a:off x="3008376" y="6492240"/>
            <a:ext cx="407365" cy="41148"/>
          </a:xfrm>
          <a:prstGeom prst="rect">
            <a:avLst/>
          </a:prstGeom>
          <a:solidFill>
            <a:srgbClr val="D9DDE1"/>
          </a:solidFill>
          <a:ln/>
        </p:spPr>
      </p:sp>
      <p:sp>
        <p:nvSpPr>
          <p:cNvPr id="542" name="Shape 540"/>
          <p:cNvSpPr/>
          <p:nvPr/>
        </p:nvSpPr>
        <p:spPr>
          <a:xfrm>
            <a:off x="3854196" y="5998464"/>
            <a:ext cx="850392" cy="676656"/>
          </a:xfrm>
          <a:prstGeom prst="roundRect">
            <a:avLst>
              <a:gd name="adj" fmla="val 6757"/>
            </a:avLst>
          </a:prstGeom>
          <a:solidFill>
            <a:srgbClr val="FFFFFF"/>
          </a:solidFill>
          <a:ln/>
        </p:spPr>
      </p:sp>
      <p:sp>
        <p:nvSpPr>
          <p:cNvPr id="543" name="Text 541"/>
          <p:cNvSpPr txBox="1"/>
          <p:nvPr/>
        </p:nvSpPr>
        <p:spPr>
          <a:xfrm>
            <a:off x="3909060"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Vicente</a:t>
            </a:r>
            <a:endParaRPr lang="en-US" sz="700" dirty="0"/>
          </a:p>
        </p:txBody>
      </p:sp>
      <p:sp>
        <p:nvSpPr>
          <p:cNvPr id="544" name="Shape 542"/>
          <p:cNvSpPr/>
          <p:nvPr/>
        </p:nvSpPr>
        <p:spPr>
          <a:xfrm>
            <a:off x="3909060" y="6254496"/>
            <a:ext cx="740664" cy="41148"/>
          </a:xfrm>
          <a:prstGeom prst="rect">
            <a:avLst/>
          </a:prstGeom>
          <a:solidFill>
            <a:srgbClr val="D9DDE1"/>
          </a:solidFill>
          <a:ln/>
        </p:spPr>
      </p:sp>
      <p:sp>
        <p:nvSpPr>
          <p:cNvPr id="545" name="Shape 543"/>
          <p:cNvSpPr/>
          <p:nvPr/>
        </p:nvSpPr>
        <p:spPr>
          <a:xfrm>
            <a:off x="3909060" y="6373368"/>
            <a:ext cx="740664" cy="41148"/>
          </a:xfrm>
          <a:prstGeom prst="rect">
            <a:avLst/>
          </a:prstGeom>
          <a:solidFill>
            <a:srgbClr val="D9DDE1"/>
          </a:solidFill>
          <a:ln/>
        </p:spPr>
      </p:sp>
      <p:sp>
        <p:nvSpPr>
          <p:cNvPr id="546" name="Shape 544"/>
          <p:cNvSpPr/>
          <p:nvPr/>
        </p:nvSpPr>
        <p:spPr>
          <a:xfrm>
            <a:off x="3909060" y="6492240"/>
            <a:ext cx="407365" cy="41148"/>
          </a:xfrm>
          <a:prstGeom prst="rect">
            <a:avLst/>
          </a:prstGeom>
          <a:solidFill>
            <a:srgbClr val="D9DDE1"/>
          </a:solidFill>
          <a:ln/>
        </p:spPr>
      </p:sp>
      <p:sp>
        <p:nvSpPr>
          <p:cNvPr id="547" name="Shape 545"/>
          <p:cNvSpPr/>
          <p:nvPr/>
        </p:nvSpPr>
        <p:spPr>
          <a:xfrm>
            <a:off x="4754880" y="5998464"/>
            <a:ext cx="850392" cy="676656"/>
          </a:xfrm>
          <a:prstGeom prst="roundRect">
            <a:avLst>
              <a:gd name="adj" fmla="val 6757"/>
            </a:avLst>
          </a:prstGeom>
          <a:solidFill>
            <a:srgbClr val="FFFFFF"/>
          </a:solidFill>
          <a:ln/>
        </p:spPr>
      </p:sp>
      <p:sp>
        <p:nvSpPr>
          <p:cNvPr id="548" name="Text 546"/>
          <p:cNvSpPr txBox="1"/>
          <p:nvPr/>
        </p:nvSpPr>
        <p:spPr>
          <a:xfrm>
            <a:off x="4809744"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Ciro</a:t>
            </a:r>
            <a:endParaRPr lang="en-US" sz="700" dirty="0"/>
          </a:p>
        </p:txBody>
      </p:sp>
      <p:sp>
        <p:nvSpPr>
          <p:cNvPr id="549" name="Shape 547"/>
          <p:cNvSpPr/>
          <p:nvPr/>
        </p:nvSpPr>
        <p:spPr>
          <a:xfrm>
            <a:off x="4809744" y="6254496"/>
            <a:ext cx="740664" cy="41148"/>
          </a:xfrm>
          <a:prstGeom prst="rect">
            <a:avLst/>
          </a:prstGeom>
          <a:solidFill>
            <a:srgbClr val="D9DDE1"/>
          </a:solidFill>
          <a:ln/>
        </p:spPr>
      </p:sp>
      <p:sp>
        <p:nvSpPr>
          <p:cNvPr id="550" name="Shape 548"/>
          <p:cNvSpPr/>
          <p:nvPr/>
        </p:nvSpPr>
        <p:spPr>
          <a:xfrm>
            <a:off x="4809744" y="6373368"/>
            <a:ext cx="740664" cy="41148"/>
          </a:xfrm>
          <a:prstGeom prst="rect">
            <a:avLst/>
          </a:prstGeom>
          <a:solidFill>
            <a:srgbClr val="D9DDE1"/>
          </a:solidFill>
          <a:ln/>
        </p:spPr>
      </p:sp>
      <p:sp>
        <p:nvSpPr>
          <p:cNvPr id="551" name="Shape 549"/>
          <p:cNvSpPr/>
          <p:nvPr/>
        </p:nvSpPr>
        <p:spPr>
          <a:xfrm>
            <a:off x="4809744" y="6492240"/>
            <a:ext cx="407365" cy="41148"/>
          </a:xfrm>
          <a:prstGeom prst="rect">
            <a:avLst/>
          </a:prstGeom>
          <a:solidFill>
            <a:srgbClr val="D9DDE1"/>
          </a:solidFill>
          <a:ln/>
        </p:spPr>
      </p:sp>
      <p:sp>
        <p:nvSpPr>
          <p:cNvPr id="552" name="Shape 550"/>
          <p:cNvSpPr/>
          <p:nvPr/>
        </p:nvSpPr>
        <p:spPr>
          <a:xfrm>
            <a:off x="5655564" y="5998464"/>
            <a:ext cx="850392" cy="676656"/>
          </a:xfrm>
          <a:prstGeom prst="roundRect">
            <a:avLst>
              <a:gd name="adj" fmla="val 6757"/>
            </a:avLst>
          </a:prstGeom>
          <a:solidFill>
            <a:srgbClr val="FFFFFF"/>
          </a:solidFill>
          <a:ln/>
        </p:spPr>
      </p:sp>
      <p:sp>
        <p:nvSpPr>
          <p:cNvPr id="553" name="Text 551"/>
          <p:cNvSpPr txBox="1"/>
          <p:nvPr/>
        </p:nvSpPr>
        <p:spPr>
          <a:xfrm>
            <a:off x="5710428"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Valentina</a:t>
            </a:r>
            <a:endParaRPr lang="en-US" sz="700" dirty="0"/>
          </a:p>
        </p:txBody>
      </p:sp>
      <p:sp>
        <p:nvSpPr>
          <p:cNvPr id="554" name="Shape 552"/>
          <p:cNvSpPr/>
          <p:nvPr/>
        </p:nvSpPr>
        <p:spPr>
          <a:xfrm>
            <a:off x="5710428" y="6254496"/>
            <a:ext cx="740664" cy="41148"/>
          </a:xfrm>
          <a:prstGeom prst="rect">
            <a:avLst/>
          </a:prstGeom>
          <a:solidFill>
            <a:srgbClr val="D9DDE1"/>
          </a:solidFill>
          <a:ln/>
        </p:spPr>
      </p:sp>
      <p:sp>
        <p:nvSpPr>
          <p:cNvPr id="555" name="Shape 553"/>
          <p:cNvSpPr/>
          <p:nvPr/>
        </p:nvSpPr>
        <p:spPr>
          <a:xfrm>
            <a:off x="5710428" y="6373368"/>
            <a:ext cx="740664" cy="41148"/>
          </a:xfrm>
          <a:prstGeom prst="rect">
            <a:avLst/>
          </a:prstGeom>
          <a:solidFill>
            <a:srgbClr val="D9DDE1"/>
          </a:solidFill>
          <a:ln/>
        </p:spPr>
      </p:sp>
      <p:sp>
        <p:nvSpPr>
          <p:cNvPr id="556" name="Shape 554"/>
          <p:cNvSpPr/>
          <p:nvPr/>
        </p:nvSpPr>
        <p:spPr>
          <a:xfrm>
            <a:off x="5710428" y="6492240"/>
            <a:ext cx="407365" cy="41148"/>
          </a:xfrm>
          <a:prstGeom prst="rect">
            <a:avLst/>
          </a:prstGeom>
          <a:solidFill>
            <a:srgbClr val="D9DDE1"/>
          </a:solidFill>
          <a:ln/>
        </p:spPr>
      </p:sp>
      <p:sp>
        <p:nvSpPr>
          <p:cNvPr id="557" name="Shape 555"/>
          <p:cNvSpPr/>
          <p:nvPr/>
        </p:nvSpPr>
        <p:spPr>
          <a:xfrm>
            <a:off x="6556248" y="5998464"/>
            <a:ext cx="850392" cy="676656"/>
          </a:xfrm>
          <a:prstGeom prst="roundRect">
            <a:avLst>
              <a:gd name="adj" fmla="val 6757"/>
            </a:avLst>
          </a:prstGeom>
          <a:solidFill>
            <a:srgbClr val="FFFFFF"/>
          </a:solidFill>
          <a:ln/>
        </p:spPr>
      </p:sp>
      <p:sp>
        <p:nvSpPr>
          <p:cNvPr id="558" name="Text 556"/>
          <p:cNvSpPr txBox="1"/>
          <p:nvPr/>
        </p:nvSpPr>
        <p:spPr>
          <a:xfrm>
            <a:off x="6611112"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Julian</a:t>
            </a:r>
            <a:endParaRPr lang="en-US" sz="700" dirty="0"/>
          </a:p>
        </p:txBody>
      </p:sp>
      <p:sp>
        <p:nvSpPr>
          <p:cNvPr id="559" name="Shape 557"/>
          <p:cNvSpPr/>
          <p:nvPr/>
        </p:nvSpPr>
        <p:spPr>
          <a:xfrm>
            <a:off x="6611112" y="6254496"/>
            <a:ext cx="740664" cy="41148"/>
          </a:xfrm>
          <a:prstGeom prst="rect">
            <a:avLst/>
          </a:prstGeom>
          <a:solidFill>
            <a:srgbClr val="D9DDE1"/>
          </a:solidFill>
          <a:ln/>
        </p:spPr>
      </p:sp>
      <p:sp>
        <p:nvSpPr>
          <p:cNvPr id="560" name="Shape 558"/>
          <p:cNvSpPr/>
          <p:nvPr/>
        </p:nvSpPr>
        <p:spPr>
          <a:xfrm>
            <a:off x="6611112" y="6373368"/>
            <a:ext cx="740664" cy="41148"/>
          </a:xfrm>
          <a:prstGeom prst="rect">
            <a:avLst/>
          </a:prstGeom>
          <a:solidFill>
            <a:srgbClr val="D9DDE1"/>
          </a:solidFill>
          <a:ln/>
        </p:spPr>
      </p:sp>
      <p:sp>
        <p:nvSpPr>
          <p:cNvPr id="561" name="Shape 559"/>
          <p:cNvSpPr/>
          <p:nvPr/>
        </p:nvSpPr>
        <p:spPr>
          <a:xfrm>
            <a:off x="6611112" y="6492240"/>
            <a:ext cx="407365" cy="41148"/>
          </a:xfrm>
          <a:prstGeom prst="rect">
            <a:avLst/>
          </a:prstGeom>
          <a:solidFill>
            <a:srgbClr val="D9DDE1"/>
          </a:solidFill>
          <a:ln/>
        </p:spPr>
      </p:sp>
      <p:sp>
        <p:nvSpPr>
          <p:cNvPr id="562" name="Shape 560"/>
          <p:cNvSpPr/>
          <p:nvPr/>
        </p:nvSpPr>
        <p:spPr>
          <a:xfrm>
            <a:off x="7456932" y="5998464"/>
            <a:ext cx="850392" cy="676656"/>
          </a:xfrm>
          <a:prstGeom prst="roundRect">
            <a:avLst>
              <a:gd name="adj" fmla="val 6757"/>
            </a:avLst>
          </a:prstGeom>
          <a:solidFill>
            <a:srgbClr val="FFFFFF"/>
          </a:solidFill>
          <a:ln/>
        </p:spPr>
      </p:sp>
      <p:sp>
        <p:nvSpPr>
          <p:cNvPr id="563" name="Text 561"/>
          <p:cNvSpPr txBox="1"/>
          <p:nvPr/>
        </p:nvSpPr>
        <p:spPr>
          <a:xfrm>
            <a:off x="7511796"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Franco</a:t>
            </a:r>
            <a:endParaRPr lang="en-US" sz="700" dirty="0"/>
          </a:p>
        </p:txBody>
      </p:sp>
      <p:sp>
        <p:nvSpPr>
          <p:cNvPr id="564" name="Shape 562"/>
          <p:cNvSpPr/>
          <p:nvPr/>
        </p:nvSpPr>
        <p:spPr>
          <a:xfrm>
            <a:off x="7511796" y="6254496"/>
            <a:ext cx="740664" cy="41148"/>
          </a:xfrm>
          <a:prstGeom prst="rect">
            <a:avLst/>
          </a:prstGeom>
          <a:solidFill>
            <a:srgbClr val="D9DDE1"/>
          </a:solidFill>
          <a:ln/>
        </p:spPr>
      </p:sp>
      <p:sp>
        <p:nvSpPr>
          <p:cNvPr id="565" name="Shape 563"/>
          <p:cNvSpPr/>
          <p:nvPr/>
        </p:nvSpPr>
        <p:spPr>
          <a:xfrm>
            <a:off x="7511796" y="6373368"/>
            <a:ext cx="740664" cy="41148"/>
          </a:xfrm>
          <a:prstGeom prst="rect">
            <a:avLst/>
          </a:prstGeom>
          <a:solidFill>
            <a:srgbClr val="D9DDE1"/>
          </a:solidFill>
          <a:ln/>
        </p:spPr>
      </p:sp>
      <p:sp>
        <p:nvSpPr>
          <p:cNvPr id="566" name="Shape 564"/>
          <p:cNvSpPr/>
          <p:nvPr/>
        </p:nvSpPr>
        <p:spPr>
          <a:xfrm>
            <a:off x="7511796" y="6492240"/>
            <a:ext cx="407365" cy="41148"/>
          </a:xfrm>
          <a:prstGeom prst="rect">
            <a:avLst/>
          </a:prstGeom>
          <a:solidFill>
            <a:srgbClr val="D9DDE1"/>
          </a:solidFill>
          <a:ln/>
        </p:spPr>
      </p:sp>
      <p:sp>
        <p:nvSpPr>
          <p:cNvPr id="567" name="Shape 565"/>
          <p:cNvSpPr/>
          <p:nvPr/>
        </p:nvSpPr>
        <p:spPr>
          <a:xfrm>
            <a:off x="8357616" y="5998464"/>
            <a:ext cx="850392" cy="676656"/>
          </a:xfrm>
          <a:prstGeom prst="roundRect">
            <a:avLst>
              <a:gd name="adj" fmla="val 6757"/>
            </a:avLst>
          </a:prstGeom>
          <a:solidFill>
            <a:srgbClr val="FFFFFF"/>
          </a:solidFill>
          <a:ln/>
        </p:spPr>
      </p:sp>
      <p:sp>
        <p:nvSpPr>
          <p:cNvPr id="568" name="Text 566"/>
          <p:cNvSpPr txBox="1"/>
          <p:nvPr/>
        </p:nvSpPr>
        <p:spPr>
          <a:xfrm>
            <a:off x="8412480"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Bianca</a:t>
            </a:r>
            <a:endParaRPr lang="en-US" sz="700" dirty="0"/>
          </a:p>
        </p:txBody>
      </p:sp>
      <p:sp>
        <p:nvSpPr>
          <p:cNvPr id="569" name="Shape 567"/>
          <p:cNvSpPr/>
          <p:nvPr/>
        </p:nvSpPr>
        <p:spPr>
          <a:xfrm>
            <a:off x="8412480" y="6254496"/>
            <a:ext cx="740664" cy="41148"/>
          </a:xfrm>
          <a:prstGeom prst="rect">
            <a:avLst/>
          </a:prstGeom>
          <a:solidFill>
            <a:srgbClr val="D9DDE1"/>
          </a:solidFill>
          <a:ln/>
        </p:spPr>
      </p:sp>
      <p:sp>
        <p:nvSpPr>
          <p:cNvPr id="570" name="Shape 568"/>
          <p:cNvSpPr/>
          <p:nvPr/>
        </p:nvSpPr>
        <p:spPr>
          <a:xfrm>
            <a:off x="8412480" y="6373368"/>
            <a:ext cx="740664" cy="41148"/>
          </a:xfrm>
          <a:prstGeom prst="rect">
            <a:avLst/>
          </a:prstGeom>
          <a:solidFill>
            <a:srgbClr val="D9DDE1"/>
          </a:solidFill>
          <a:ln/>
        </p:spPr>
      </p:sp>
      <p:sp>
        <p:nvSpPr>
          <p:cNvPr id="571" name="Shape 569"/>
          <p:cNvSpPr/>
          <p:nvPr/>
        </p:nvSpPr>
        <p:spPr>
          <a:xfrm>
            <a:off x="8412480" y="6492240"/>
            <a:ext cx="407365" cy="41148"/>
          </a:xfrm>
          <a:prstGeom prst="rect">
            <a:avLst/>
          </a:prstGeom>
          <a:solidFill>
            <a:srgbClr val="D9DDE1"/>
          </a:solidFill>
          <a:ln/>
        </p:spPr>
      </p:sp>
      <p:sp>
        <p:nvSpPr>
          <p:cNvPr id="572" name="Shape 570"/>
          <p:cNvSpPr/>
          <p:nvPr/>
        </p:nvSpPr>
        <p:spPr>
          <a:xfrm>
            <a:off x="9258300" y="5998464"/>
            <a:ext cx="850392" cy="676656"/>
          </a:xfrm>
          <a:prstGeom prst="roundRect">
            <a:avLst>
              <a:gd name="adj" fmla="val 6757"/>
            </a:avLst>
          </a:prstGeom>
          <a:solidFill>
            <a:srgbClr val="FFFFFF"/>
          </a:solidFill>
          <a:ln/>
        </p:spPr>
      </p:sp>
      <p:sp>
        <p:nvSpPr>
          <p:cNvPr id="573" name="Text 571"/>
          <p:cNvSpPr txBox="1"/>
          <p:nvPr/>
        </p:nvSpPr>
        <p:spPr>
          <a:xfrm>
            <a:off x="9313164" y="6044184"/>
            <a:ext cx="740664" cy="182880"/>
          </a:xfrm>
          <a:prstGeom prst="rect">
            <a:avLst/>
          </a:prstGeom>
          <a:noFill/>
          <a:ln/>
        </p:spPr>
        <p:txBody>
          <a:bodyPr wrap="square" lIns="0" tIns="0" rIns="0" bIns="0" rtlCol="0" anchor="ctr"/>
          <a:lstStyle/>
          <a:p>
            <a:pPr indent="0" marL="0">
              <a:buNone/>
            </a:pPr>
            <a:r>
              <a:rPr lang="en-US" sz="700" b="1" dirty="0">
                <a:solidFill>
                  <a:srgbClr val="12171C"/>
                </a:solidFill>
                <a:latin typeface="Calibri" pitchFamily="34" charset="0"/>
                <a:ea typeface="Calibri" pitchFamily="34" charset="-122"/>
                <a:cs typeface="Calibri" pitchFamily="34" charset="-120"/>
              </a:rPr>
              <a:t>Pilar</a:t>
            </a:r>
            <a:endParaRPr lang="en-US" sz="700" dirty="0"/>
          </a:p>
        </p:txBody>
      </p:sp>
      <p:sp>
        <p:nvSpPr>
          <p:cNvPr id="574" name="Shape 572"/>
          <p:cNvSpPr/>
          <p:nvPr/>
        </p:nvSpPr>
        <p:spPr>
          <a:xfrm>
            <a:off x="9313164" y="6254496"/>
            <a:ext cx="740664" cy="41148"/>
          </a:xfrm>
          <a:prstGeom prst="rect">
            <a:avLst/>
          </a:prstGeom>
          <a:solidFill>
            <a:srgbClr val="D9DDE1"/>
          </a:solidFill>
          <a:ln/>
        </p:spPr>
      </p:sp>
      <p:sp>
        <p:nvSpPr>
          <p:cNvPr id="575" name="Shape 573"/>
          <p:cNvSpPr/>
          <p:nvPr/>
        </p:nvSpPr>
        <p:spPr>
          <a:xfrm>
            <a:off x="9313164" y="6373368"/>
            <a:ext cx="740664" cy="41148"/>
          </a:xfrm>
          <a:prstGeom prst="rect">
            <a:avLst/>
          </a:prstGeom>
          <a:solidFill>
            <a:srgbClr val="D9DDE1"/>
          </a:solidFill>
          <a:ln/>
        </p:spPr>
      </p:sp>
      <p:sp>
        <p:nvSpPr>
          <p:cNvPr id="576" name="Shape 574"/>
          <p:cNvSpPr/>
          <p:nvPr/>
        </p:nvSpPr>
        <p:spPr>
          <a:xfrm>
            <a:off x="9313164" y="6492240"/>
            <a:ext cx="407365" cy="41148"/>
          </a:xfrm>
          <a:prstGeom prst="rect">
            <a:avLst/>
          </a:prstGeom>
          <a:solidFill>
            <a:srgbClr val="D9DDE1"/>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C"/>
        </a:solidFill>
      </p:bgPr>
    </p:bg>
    <p:spTree>
      <p:nvGrpSpPr>
        <p:cNvPr id="1" name=""/>
        <p:cNvGrpSpPr/>
        <p:nvPr/>
      </p:nvGrpSpPr>
      <p:grpSpPr>
        <a:xfrm>
          <a:off x="0" y="0"/>
          <a:ext cx="0" cy="0"/>
          <a:chOff x="0" y="0"/>
          <a:chExt cx="0" cy="0"/>
        </a:xfrm>
      </p:grpSpPr>
      <p:sp>
        <p:nvSpPr>
          <p:cNvPr id="2" name="Text 0"/>
          <p:cNvSpPr txBox="1"/>
          <p:nvPr/>
        </p:nvSpPr>
        <p:spPr>
          <a:xfrm>
            <a:off x="1005840" y="1463040"/>
            <a:ext cx="10149840" cy="3931920"/>
          </a:xfrm>
          <a:prstGeom prst="rect">
            <a:avLst/>
          </a:prstGeom>
          <a:noFill/>
          <a:ln/>
        </p:spPr>
        <p:txBody>
          <a:bodyPr wrap="square" lIns="0" tIns="0" rIns="0" bIns="0" rtlCol="0" anchor="ctr"/>
          <a:lstStyle/>
          <a:p>
            <a:pPr algn="l" indent="0" marL="0">
              <a:lnSpc>
                <a:spcPts val="5400"/>
              </a:lnSpc>
              <a:buNone/>
            </a:pPr>
            <a:r>
              <a:rPr lang="en-US" sz="4000" b="1" dirty="0">
                <a:solidFill>
                  <a:srgbClr val="8A9199"/>
                </a:solidFill>
                <a:latin typeface="Calibri" pitchFamily="34" charset="0"/>
                <a:ea typeface="Calibri" pitchFamily="34" charset="-122"/>
                <a:cs typeface="Calibri" pitchFamily="34" charset="-120"/>
              </a:rPr>
              <a:t>Esta no es una charla sobre
inteligencia artificial.
</a:t>
            </a:r>
            <a:pPr algn="l" indent="0" marL="0">
              <a:lnSpc>
                <a:spcPts val="5400"/>
              </a:lnSpc>
              <a:buNone/>
            </a:pPr>
            <a:r>
              <a:rPr lang="en-US" sz="4000" b="1" dirty="0">
                <a:solidFill>
                  <a:srgbClr val="FFFFFF"/>
                </a:solidFill>
                <a:latin typeface="Calibri" pitchFamily="34" charset="0"/>
                <a:ea typeface="Calibri" pitchFamily="34" charset="-122"/>
                <a:cs typeface="Calibri" pitchFamily="34" charset="-120"/>
              </a:rPr>
              <a:t>Es una charla sobre cómo</a:t>
            </a:r>
            <a:endParaRPr lang="en-US" sz="4000" dirty="0"/>
          </a:p>
          <a:p>
            <a:pPr algn="l" indent="0" marL="0">
              <a:lnSpc>
                <a:spcPts val="5400"/>
              </a:lnSpc>
              <a:buNone/>
            </a:pPr>
            <a:r>
              <a:rPr lang="en-US" sz="4000" b="1" dirty="0">
                <a:solidFill>
                  <a:srgbClr val="FFFFFF"/>
                </a:solidFill>
                <a:latin typeface="Calibri" pitchFamily="34" charset="0"/>
                <a:ea typeface="Calibri" pitchFamily="34" charset="-122"/>
                <a:cs typeface="Calibri" pitchFamily="34" charset="-120"/>
              </a:rPr>
              <a:t>se lleva una academia.</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1965960"/>
            <a:ext cx="10149840" cy="777240"/>
          </a:xfrm>
          <a:prstGeom prst="rect">
            <a:avLst/>
          </a:prstGeom>
          <a:noFill/>
          <a:ln/>
        </p:spPr>
        <p:txBody>
          <a:bodyPr wrap="square" lIns="0" tIns="0" rIns="0" bIns="0" rtlCol="0" anchor="ctr"/>
          <a:lstStyle/>
          <a:p>
            <a:pPr indent="0" marL="0">
              <a:buNone/>
            </a:pPr>
            <a:r>
              <a:rPr lang="en-US" sz="4400" b="1" dirty="0">
                <a:solidFill>
                  <a:srgbClr val="12171C"/>
                </a:solidFill>
                <a:latin typeface="Calibri" pitchFamily="34" charset="0"/>
                <a:ea typeface="Calibri" pitchFamily="34" charset="-122"/>
                <a:cs typeface="Calibri" pitchFamily="34" charset="-120"/>
              </a:rPr>
              <a:t>Nicolás Taboada</a:t>
            </a:r>
            <a:endParaRPr lang="en-US" sz="4400" dirty="0"/>
          </a:p>
        </p:txBody>
      </p:sp>
      <p:sp>
        <p:nvSpPr>
          <p:cNvPr id="3" name="Text 1"/>
          <p:cNvSpPr txBox="1"/>
          <p:nvPr/>
        </p:nvSpPr>
        <p:spPr>
          <a:xfrm>
            <a:off x="1005840" y="2880360"/>
            <a:ext cx="10149840" cy="1737360"/>
          </a:xfrm>
          <a:prstGeom prst="rect">
            <a:avLst/>
          </a:prstGeom>
          <a:noFill/>
          <a:ln/>
        </p:spPr>
        <p:txBody>
          <a:bodyPr wrap="square" lIns="0" tIns="0" rIns="0" bIns="0" rtlCol="0" anchor="ctr"/>
          <a:lstStyle/>
          <a:p>
            <a:pPr indent="0" marL="0">
              <a:lnSpc>
                <a:spcPts val="4000"/>
              </a:lnSpc>
              <a:buNone/>
            </a:pPr>
            <a:r>
              <a:rPr lang="en-US" sz="2400" dirty="0">
                <a:solidFill>
                  <a:srgbClr val="6E7781"/>
                </a:solidFill>
                <a:latin typeface="Calibri" pitchFamily="34" charset="0"/>
                <a:ea typeface="Calibri" pitchFamily="34" charset="-122"/>
                <a:cs typeface="Calibri" pitchFamily="34" charset="-120"/>
              </a:rPr>
              <a:t>Ingeniero de software</a:t>
            </a:r>
            <a:endParaRPr lang="en-US" sz="2400" dirty="0"/>
          </a:p>
          <a:p>
            <a:pPr indent="0" marL="0">
              <a:lnSpc>
                <a:spcPts val="4000"/>
              </a:lnSpc>
              <a:buNone/>
            </a:pPr>
            <a:r>
              <a:rPr lang="en-US" sz="2400" dirty="0">
                <a:solidFill>
                  <a:srgbClr val="6E7781"/>
                </a:solidFill>
                <a:latin typeface="Calibri" pitchFamily="34" charset="0"/>
                <a:ea typeface="Calibri" pitchFamily="34" charset="-122"/>
                <a:cs typeface="Calibri" pitchFamily="34" charset="-120"/>
              </a:rPr>
              <a:t>Desarrollo software de gestión para academias de idiomas</a:t>
            </a:r>
            <a:endParaRPr lang="en-US" sz="2400" dirty="0"/>
          </a:p>
          <a:p>
            <a:pPr indent="0" marL="0">
              <a:lnSpc>
                <a:spcPts val="4000"/>
              </a:lnSpc>
              <a:buNone/>
            </a:pPr>
            <a:r>
              <a:rPr lang="en-US" sz="2400" dirty="0">
                <a:solidFill>
                  <a:srgbClr val="6E7781"/>
                </a:solidFill>
                <a:latin typeface="Calibri" pitchFamily="34" charset="0"/>
                <a:ea typeface="Calibri" pitchFamily="34" charset="-122"/>
                <a:cs typeface="Calibri" pitchFamily="34" charset="-120"/>
              </a:rPr>
              <a:t>El último año lo pasé metido en cómo funcionan por dentro</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1920240"/>
            <a:ext cx="10149840" cy="3017520"/>
          </a:xfrm>
          <a:prstGeom prst="rect">
            <a:avLst/>
          </a:prstGeom>
          <a:noFill/>
          <a:ln/>
        </p:spPr>
        <p:txBody>
          <a:bodyPr wrap="square" lIns="0" tIns="0" rIns="0" bIns="0" rtlCol="0" anchor="ctr"/>
          <a:lstStyle/>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¿Quién usó alguna vez la IA</a:t>
            </a:r>
            <a:endParaRPr lang="en-US" sz="4600" dirty="0"/>
          </a:p>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para escribir algo de la academia?</a:t>
            </a:r>
            <a:endParaRPr lang="en-US" sz="4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1920240"/>
            <a:ext cx="10149840" cy="3017520"/>
          </a:xfrm>
          <a:prstGeom prst="rect">
            <a:avLst/>
          </a:prstGeom>
          <a:noFill/>
          <a:ln/>
        </p:spPr>
        <p:txBody>
          <a:bodyPr wrap="square" lIns="0" tIns="0" rIns="0" bIns="0" rtlCol="0" anchor="ctr"/>
          <a:lstStyle/>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¿Y quién la usó para resolver</a:t>
            </a:r>
            <a:endParaRPr lang="en-US" sz="4600" dirty="0"/>
          </a:p>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algo de la gestión?</a:t>
            </a:r>
            <a:endParaRPr lang="en-US" sz="4600" dirty="0"/>
          </a:p>
          <a:p>
            <a:pPr algn="l" indent="0" marL="0">
              <a:lnSpc>
                <a:spcPts val="6000"/>
              </a:lnSpc>
              <a:buNone/>
            </a:pPr>
            <a:endParaRPr lang="en-US" sz="4600" dirty="0"/>
          </a:p>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No para escribir: para resolver.</a:t>
            </a:r>
            <a:endParaRPr lang="en-US" sz="4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1920240"/>
            <a:ext cx="10149840" cy="3017520"/>
          </a:xfrm>
          <a:prstGeom prst="rect">
            <a:avLst/>
          </a:prstGeom>
          <a:noFill/>
          <a:ln/>
        </p:spPr>
        <p:txBody>
          <a:bodyPr wrap="square" lIns="0" tIns="0" rIns="0" bIns="0" rtlCol="0" anchor="ctr"/>
          <a:lstStyle/>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¿Quién lleva todo en planillas?</a:t>
            </a:r>
            <a:endParaRPr lang="en-US" sz="4600" dirty="0"/>
          </a:p>
          <a:p>
            <a:pPr algn="l" indent="0" marL="0">
              <a:lnSpc>
                <a:spcPts val="6000"/>
              </a:lnSpc>
              <a:buNone/>
            </a:pPr>
            <a:endParaRPr lang="en-US" sz="4600" dirty="0"/>
          </a:p>
          <a:p>
            <a:pPr algn="l" indent="0" marL="0">
              <a:lnSpc>
                <a:spcPts val="6000"/>
              </a:lnSpc>
              <a:buNone/>
            </a:pPr>
            <a:r>
              <a:rPr lang="en-US" sz="4600" b="1" dirty="0">
                <a:solidFill>
                  <a:srgbClr val="12171C"/>
                </a:solidFill>
                <a:latin typeface="Calibri" pitchFamily="34" charset="0"/>
                <a:ea typeface="Calibri" pitchFamily="34" charset="-122"/>
                <a:cs typeface="Calibri" pitchFamily="34" charset="-120"/>
              </a:rPr>
              <a:t>¿Y quién en papel o en un cuaderno?</a:t>
            </a:r>
            <a:endParaRPr lang="en-US" sz="4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71C"/>
        </a:solidFill>
      </p:bgPr>
    </p:bg>
    <p:spTree>
      <p:nvGrpSpPr>
        <p:cNvPr id="1" name=""/>
        <p:cNvGrpSpPr/>
        <p:nvPr/>
      </p:nvGrpSpPr>
      <p:grpSpPr>
        <a:xfrm>
          <a:off x="0" y="0"/>
          <a:ext cx="0" cy="0"/>
          <a:chOff x="0" y="0"/>
          <a:chExt cx="0" cy="0"/>
        </a:xfrm>
      </p:grpSpPr>
      <p:sp>
        <p:nvSpPr>
          <p:cNvPr id="2" name="Text 0"/>
          <p:cNvSpPr txBox="1"/>
          <p:nvPr/>
        </p:nvSpPr>
        <p:spPr>
          <a:xfrm>
            <a:off x="1005840" y="1371600"/>
            <a:ext cx="10149840" cy="4114800"/>
          </a:xfrm>
          <a:prstGeom prst="rect">
            <a:avLst/>
          </a:prstGeom>
          <a:noFill/>
          <a:ln/>
        </p:spPr>
        <p:txBody>
          <a:bodyPr wrap="square" lIns="0" tIns="0" rIns="0" bIns="0" rtlCol="0" anchor="ctr"/>
          <a:lstStyle/>
          <a:p>
            <a:pPr algn="l" indent="0" marL="0">
              <a:lnSpc>
                <a:spcPts val="8000"/>
              </a:lnSpc>
              <a:buNone/>
            </a:pPr>
            <a:r>
              <a:rPr lang="en-US" sz="6200" b="1" dirty="0">
                <a:solidFill>
                  <a:srgbClr val="FFFFFF"/>
                </a:solidFill>
                <a:latin typeface="Calibri" pitchFamily="34" charset="0"/>
                <a:ea typeface="Calibri" pitchFamily="34" charset="-122"/>
                <a:cs typeface="Calibri" pitchFamily="34" charset="-120"/>
              </a:rPr>
              <a:t>No sabe nada</a:t>
            </a:r>
            <a:endParaRPr lang="en-US" sz="6200" dirty="0"/>
          </a:p>
          <a:p>
            <a:pPr algn="l" indent="0" marL="0">
              <a:lnSpc>
                <a:spcPts val="8000"/>
              </a:lnSpc>
              <a:buNone/>
            </a:pPr>
            <a:r>
              <a:rPr lang="en-US" sz="6200" b="1" dirty="0">
                <a:solidFill>
                  <a:srgbClr val="FFFFFF"/>
                </a:solidFill>
                <a:latin typeface="Calibri" pitchFamily="34" charset="0"/>
                <a:ea typeface="Calibri" pitchFamily="34" charset="-122"/>
                <a:cs typeface="Calibri" pitchFamily="34" charset="-120"/>
              </a:rPr>
              <a:t>de tu academia.</a:t>
            </a:r>
            <a:endParaRPr lang="en-US" sz="6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1051560"/>
            <a:ext cx="10149840" cy="548640"/>
          </a:xfrm>
          <a:prstGeom prst="rect">
            <a:avLst/>
          </a:prstGeom>
          <a:noFill/>
          <a:ln/>
        </p:spPr>
        <p:txBody>
          <a:bodyPr wrap="square" lIns="0" tIns="0" rIns="0" bIns="0" rtlCol="0" anchor="ctr"/>
          <a:lstStyle/>
          <a:p>
            <a:pPr indent="0" marL="0">
              <a:buNone/>
            </a:pPr>
            <a:r>
              <a:rPr lang="en-US" sz="2400" dirty="0">
                <a:solidFill>
                  <a:srgbClr val="6E7781"/>
                </a:solidFill>
                <a:latin typeface="Calibri" pitchFamily="34" charset="0"/>
                <a:ea typeface="Calibri" pitchFamily="34" charset="-122"/>
                <a:cs typeface="Calibri" pitchFamily="34" charset="-120"/>
              </a:rPr>
              <a:t>No conoce</a:t>
            </a:r>
            <a:endParaRPr lang="en-US" sz="2400" dirty="0"/>
          </a:p>
        </p:txBody>
      </p:sp>
      <p:sp>
        <p:nvSpPr>
          <p:cNvPr id="3" name="Text 1"/>
          <p:cNvSpPr txBox="1"/>
          <p:nvPr/>
        </p:nvSpPr>
        <p:spPr>
          <a:xfrm>
            <a:off x="1005840" y="1783080"/>
            <a:ext cx="10149840" cy="822960"/>
          </a:xfrm>
          <a:prstGeom prst="rect">
            <a:avLst/>
          </a:prstGeom>
          <a:noFill/>
          <a:ln/>
        </p:spPr>
        <p:txBody>
          <a:bodyPr wrap="square" lIns="0" tIns="0" rIns="0" bIns="0" rtlCol="0" anchor="ctr"/>
          <a:lstStyle/>
          <a:p>
            <a:pPr indent="0" marL="0">
              <a:buNone/>
            </a:pPr>
            <a:r>
              <a:rPr lang="en-US" sz="4000" b="1" dirty="0">
                <a:solidFill>
                  <a:srgbClr val="12171C"/>
                </a:solidFill>
                <a:latin typeface="Calibri" pitchFamily="34" charset="0"/>
                <a:ea typeface="Calibri" pitchFamily="34" charset="-122"/>
                <a:cs typeface="Calibri" pitchFamily="34" charset="-120"/>
              </a:rPr>
              <a:t>tus cursos</a:t>
            </a:r>
            <a:endParaRPr lang="en-US" sz="4000" dirty="0"/>
          </a:p>
        </p:txBody>
      </p:sp>
      <p:sp>
        <p:nvSpPr>
          <p:cNvPr id="4" name="Text 2"/>
          <p:cNvSpPr txBox="1"/>
          <p:nvPr/>
        </p:nvSpPr>
        <p:spPr>
          <a:xfrm>
            <a:off x="1005840" y="2743200"/>
            <a:ext cx="10149840" cy="822960"/>
          </a:xfrm>
          <a:prstGeom prst="rect">
            <a:avLst/>
          </a:prstGeom>
          <a:noFill/>
          <a:ln/>
        </p:spPr>
        <p:txBody>
          <a:bodyPr wrap="square" lIns="0" tIns="0" rIns="0" bIns="0" rtlCol="0" anchor="ctr"/>
          <a:lstStyle/>
          <a:p>
            <a:pPr indent="0" marL="0">
              <a:buNone/>
            </a:pPr>
            <a:r>
              <a:rPr lang="en-US" sz="4000" b="1" dirty="0">
                <a:solidFill>
                  <a:srgbClr val="12171C"/>
                </a:solidFill>
                <a:latin typeface="Calibri" pitchFamily="34" charset="0"/>
                <a:ea typeface="Calibri" pitchFamily="34" charset="-122"/>
                <a:cs typeface="Calibri" pitchFamily="34" charset="-120"/>
              </a:rPr>
              <a:t>tus aranceles</a:t>
            </a:r>
            <a:endParaRPr lang="en-US" sz="4000" dirty="0"/>
          </a:p>
        </p:txBody>
      </p:sp>
      <p:sp>
        <p:nvSpPr>
          <p:cNvPr id="5" name="Text 3"/>
          <p:cNvSpPr txBox="1"/>
          <p:nvPr/>
        </p:nvSpPr>
        <p:spPr>
          <a:xfrm>
            <a:off x="1005840" y="3703320"/>
            <a:ext cx="10149840" cy="822960"/>
          </a:xfrm>
          <a:prstGeom prst="rect">
            <a:avLst/>
          </a:prstGeom>
          <a:noFill/>
          <a:ln/>
        </p:spPr>
        <p:txBody>
          <a:bodyPr wrap="square" lIns="0" tIns="0" rIns="0" bIns="0" rtlCol="0" anchor="ctr"/>
          <a:lstStyle/>
          <a:p>
            <a:pPr indent="0" marL="0">
              <a:buNone/>
            </a:pPr>
            <a:r>
              <a:rPr lang="en-US" sz="4000" b="1" dirty="0">
                <a:solidFill>
                  <a:srgbClr val="12171C"/>
                </a:solidFill>
                <a:latin typeface="Calibri" pitchFamily="34" charset="0"/>
                <a:ea typeface="Calibri" pitchFamily="34" charset="-122"/>
                <a:cs typeface="Calibri" pitchFamily="34" charset="-120"/>
              </a:rPr>
              <a:t>tus horarios</a:t>
            </a:r>
            <a:endParaRPr lang="en-US" sz="4000" dirty="0"/>
          </a:p>
        </p:txBody>
      </p:sp>
      <p:sp>
        <p:nvSpPr>
          <p:cNvPr id="6" name="Text 4"/>
          <p:cNvSpPr txBox="1"/>
          <p:nvPr/>
        </p:nvSpPr>
        <p:spPr>
          <a:xfrm>
            <a:off x="1005840" y="4663440"/>
            <a:ext cx="10149840" cy="822960"/>
          </a:xfrm>
          <a:prstGeom prst="rect">
            <a:avLst/>
          </a:prstGeom>
          <a:noFill/>
          <a:ln/>
        </p:spPr>
        <p:txBody>
          <a:bodyPr wrap="square" lIns="0" tIns="0" rIns="0" bIns="0" rtlCol="0" anchor="ctr"/>
          <a:lstStyle/>
          <a:p>
            <a:pPr indent="0" marL="0">
              <a:buNone/>
            </a:pPr>
            <a:r>
              <a:rPr lang="en-US" sz="4000" b="1" dirty="0">
                <a:solidFill>
                  <a:srgbClr val="12171C"/>
                </a:solidFill>
                <a:latin typeface="Calibri" pitchFamily="34" charset="0"/>
                <a:ea typeface="Calibri" pitchFamily="34" charset="-122"/>
                <a:cs typeface="Calibri" pitchFamily="34" charset="-120"/>
              </a:rPr>
              <a:t>tu reglamento</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58368"/>
            <a:ext cx="10149840" cy="548640"/>
          </a:xfrm>
          <a:prstGeom prst="rect">
            <a:avLst/>
          </a:prstGeom>
          <a:noFill/>
          <a:ln/>
        </p:spPr>
        <p:txBody>
          <a:bodyPr wrap="square" lIns="0" tIns="0" rIns="0" bIns="0" rtlCol="0" anchor="ctr"/>
          <a:lstStyle/>
          <a:p>
            <a:pPr indent="0" marL="0">
              <a:buNone/>
            </a:pPr>
            <a:r>
              <a:rPr lang="en-US" sz="2400" dirty="0">
                <a:solidFill>
                  <a:srgbClr val="6E7781"/>
                </a:solidFill>
                <a:latin typeface="Calibri" pitchFamily="34" charset="0"/>
                <a:ea typeface="Calibri" pitchFamily="34" charset="-122"/>
                <a:cs typeface="Calibri" pitchFamily="34" charset="-120"/>
              </a:rPr>
              <a:t>Tres niveles</a:t>
            </a:r>
            <a:endParaRPr lang="en-US" sz="2400" dirty="0"/>
          </a:p>
        </p:txBody>
      </p:sp>
      <p:sp>
        <p:nvSpPr>
          <p:cNvPr id="3" name="Shape 1"/>
          <p:cNvSpPr/>
          <p:nvPr/>
        </p:nvSpPr>
        <p:spPr>
          <a:xfrm>
            <a:off x="1005840" y="1755648"/>
            <a:ext cx="10149840" cy="1371600"/>
          </a:xfrm>
          <a:prstGeom prst="roundRect">
            <a:avLst>
              <a:gd name="adj" fmla="val 4000"/>
            </a:avLst>
          </a:prstGeom>
          <a:solidFill>
            <a:srgbClr val="F4F5F6"/>
          </a:solidFill>
          <a:ln/>
        </p:spPr>
      </p:sp>
      <p:sp>
        <p:nvSpPr>
          <p:cNvPr id="4" name="Text 2"/>
          <p:cNvSpPr txBox="1"/>
          <p:nvPr/>
        </p:nvSpPr>
        <p:spPr>
          <a:xfrm>
            <a:off x="1417320" y="1938528"/>
            <a:ext cx="3840480" cy="548640"/>
          </a:xfrm>
          <a:prstGeom prst="rect">
            <a:avLst/>
          </a:prstGeom>
          <a:noFill/>
          <a:ln/>
        </p:spPr>
        <p:txBody>
          <a:bodyPr wrap="square" lIns="0" tIns="0" rIns="0" bIns="0" rtlCol="0" anchor="ctr"/>
          <a:lstStyle/>
          <a:p>
            <a:pPr indent="0" marL="0">
              <a:buNone/>
            </a:pPr>
            <a:r>
              <a:rPr lang="en-US" sz="3200" b="1" dirty="0">
                <a:solidFill>
                  <a:srgbClr val="12171C"/>
                </a:solidFill>
                <a:latin typeface="Calibri" pitchFamily="34" charset="0"/>
                <a:ea typeface="Calibri" pitchFamily="34" charset="-122"/>
                <a:cs typeface="Calibri" pitchFamily="34" charset="-120"/>
              </a:rPr>
              <a:t>Manual</a:t>
            </a:r>
            <a:endParaRPr lang="en-US" sz="3200" dirty="0"/>
          </a:p>
        </p:txBody>
      </p:sp>
      <p:sp>
        <p:nvSpPr>
          <p:cNvPr id="5" name="Text 3"/>
          <p:cNvSpPr txBox="1"/>
          <p:nvPr/>
        </p:nvSpPr>
        <p:spPr>
          <a:xfrm>
            <a:off x="1417320" y="2468880"/>
            <a:ext cx="9052560" cy="457200"/>
          </a:xfrm>
          <a:prstGeom prst="rect">
            <a:avLst/>
          </a:prstGeom>
          <a:noFill/>
          <a:ln/>
        </p:spPr>
        <p:txBody>
          <a:bodyPr wrap="square" lIns="0" tIns="0" rIns="0" bIns="0" rtlCol="0" anchor="ctr"/>
          <a:lstStyle/>
          <a:p>
            <a:pPr indent="0" marL="0">
              <a:buNone/>
            </a:pPr>
            <a:r>
              <a:rPr lang="en-US" sz="2000" dirty="0">
                <a:solidFill>
                  <a:srgbClr val="6E7781"/>
                </a:solidFill>
                <a:latin typeface="Calibri" pitchFamily="34" charset="0"/>
                <a:ea typeface="Calibri" pitchFamily="34" charset="-122"/>
                <a:cs typeface="Calibri" pitchFamily="34" charset="-120"/>
              </a:rPr>
              <a:t>Una persona lo hace desde cero, cada vez.</a:t>
            </a:r>
            <a:endParaRPr lang="en-US" sz="2000" dirty="0"/>
          </a:p>
        </p:txBody>
      </p:sp>
      <p:sp>
        <p:nvSpPr>
          <p:cNvPr id="6" name="Shape 4"/>
          <p:cNvSpPr/>
          <p:nvPr/>
        </p:nvSpPr>
        <p:spPr>
          <a:xfrm>
            <a:off x="1005840" y="3346704"/>
            <a:ext cx="10149840" cy="1371600"/>
          </a:xfrm>
          <a:prstGeom prst="roundRect">
            <a:avLst>
              <a:gd name="adj" fmla="val 4000"/>
            </a:avLst>
          </a:prstGeom>
          <a:solidFill>
            <a:srgbClr val="FBF0DF"/>
          </a:solidFill>
          <a:ln/>
        </p:spPr>
      </p:sp>
      <p:sp>
        <p:nvSpPr>
          <p:cNvPr id="7" name="Text 5"/>
          <p:cNvSpPr txBox="1"/>
          <p:nvPr/>
        </p:nvSpPr>
        <p:spPr>
          <a:xfrm>
            <a:off x="1417320" y="3529584"/>
            <a:ext cx="3840480" cy="548640"/>
          </a:xfrm>
          <a:prstGeom prst="rect">
            <a:avLst/>
          </a:prstGeom>
          <a:noFill/>
          <a:ln/>
        </p:spPr>
        <p:txBody>
          <a:bodyPr wrap="square" lIns="0" tIns="0" rIns="0" bIns="0" rtlCol="0" anchor="ctr"/>
          <a:lstStyle/>
          <a:p>
            <a:pPr indent="0" marL="0">
              <a:buNone/>
            </a:pPr>
            <a:r>
              <a:rPr lang="en-US" sz="3200" b="1" dirty="0">
                <a:solidFill>
                  <a:srgbClr val="B45309"/>
                </a:solidFill>
                <a:latin typeface="Calibri" pitchFamily="34" charset="0"/>
                <a:ea typeface="Calibri" pitchFamily="34" charset="-122"/>
                <a:cs typeface="Calibri" pitchFamily="34" charset="-120"/>
              </a:rPr>
              <a:t>Asistido</a:t>
            </a:r>
            <a:endParaRPr lang="en-US" sz="3200" dirty="0"/>
          </a:p>
        </p:txBody>
      </p:sp>
      <p:sp>
        <p:nvSpPr>
          <p:cNvPr id="8" name="Text 6"/>
          <p:cNvSpPr txBox="1"/>
          <p:nvPr/>
        </p:nvSpPr>
        <p:spPr>
          <a:xfrm>
            <a:off x="1417320" y="4059936"/>
            <a:ext cx="9052560" cy="457200"/>
          </a:xfrm>
          <a:prstGeom prst="rect">
            <a:avLst/>
          </a:prstGeom>
          <a:noFill/>
          <a:ln/>
        </p:spPr>
        <p:txBody>
          <a:bodyPr wrap="square" lIns="0" tIns="0" rIns="0" bIns="0" rtlCol="0" anchor="ctr"/>
          <a:lstStyle/>
          <a:p>
            <a:pPr indent="0" marL="0">
              <a:buNone/>
            </a:pPr>
            <a:r>
              <a:rPr lang="en-US" sz="2000" dirty="0">
                <a:solidFill>
                  <a:srgbClr val="12171C"/>
                </a:solidFill>
                <a:latin typeface="Calibri" pitchFamily="34" charset="0"/>
                <a:ea typeface="Calibri" pitchFamily="34" charset="-122"/>
                <a:cs typeface="Calibri" pitchFamily="34" charset="-120"/>
              </a:rPr>
              <a:t>Una persona lo ejecuta, pero no lo hace desde cero.</a:t>
            </a:r>
            <a:endParaRPr lang="en-US" sz="2000" dirty="0"/>
          </a:p>
        </p:txBody>
      </p:sp>
      <p:sp>
        <p:nvSpPr>
          <p:cNvPr id="9" name="Shape 7"/>
          <p:cNvSpPr/>
          <p:nvPr/>
        </p:nvSpPr>
        <p:spPr>
          <a:xfrm>
            <a:off x="1005840" y="4937760"/>
            <a:ext cx="10149840" cy="1371600"/>
          </a:xfrm>
          <a:prstGeom prst="roundRect">
            <a:avLst>
              <a:gd name="adj" fmla="val 4000"/>
            </a:avLst>
          </a:prstGeom>
          <a:solidFill>
            <a:srgbClr val="F4F5F6"/>
          </a:solidFill>
          <a:ln/>
        </p:spPr>
      </p:sp>
      <p:sp>
        <p:nvSpPr>
          <p:cNvPr id="10" name="Text 8"/>
          <p:cNvSpPr txBox="1"/>
          <p:nvPr/>
        </p:nvSpPr>
        <p:spPr>
          <a:xfrm>
            <a:off x="1417320" y="5120640"/>
            <a:ext cx="3840480" cy="548640"/>
          </a:xfrm>
          <a:prstGeom prst="rect">
            <a:avLst/>
          </a:prstGeom>
          <a:noFill/>
          <a:ln/>
        </p:spPr>
        <p:txBody>
          <a:bodyPr wrap="square" lIns="0" tIns="0" rIns="0" bIns="0" rtlCol="0" anchor="ctr"/>
          <a:lstStyle/>
          <a:p>
            <a:pPr indent="0" marL="0">
              <a:buNone/>
            </a:pPr>
            <a:r>
              <a:rPr lang="en-US" sz="3200" b="1" dirty="0">
                <a:solidFill>
                  <a:srgbClr val="12171C"/>
                </a:solidFill>
                <a:latin typeface="Calibri" pitchFamily="34" charset="0"/>
                <a:ea typeface="Calibri" pitchFamily="34" charset="-122"/>
                <a:cs typeface="Calibri" pitchFamily="34" charset="-120"/>
              </a:rPr>
              <a:t>Automatizado</a:t>
            </a:r>
            <a:endParaRPr lang="en-US" sz="3200" dirty="0"/>
          </a:p>
        </p:txBody>
      </p:sp>
      <p:sp>
        <p:nvSpPr>
          <p:cNvPr id="11" name="Text 9"/>
          <p:cNvSpPr txBox="1"/>
          <p:nvPr/>
        </p:nvSpPr>
        <p:spPr>
          <a:xfrm>
            <a:off x="1417320" y="5650992"/>
            <a:ext cx="9052560" cy="457200"/>
          </a:xfrm>
          <a:prstGeom prst="rect">
            <a:avLst/>
          </a:prstGeom>
          <a:noFill/>
          <a:ln/>
        </p:spPr>
        <p:txBody>
          <a:bodyPr wrap="square" lIns="0" tIns="0" rIns="0" bIns="0" rtlCol="0" anchor="ctr"/>
          <a:lstStyle/>
          <a:p>
            <a:pPr indent="0" marL="0">
              <a:buNone/>
            </a:pPr>
            <a:r>
              <a:rPr lang="en-US" sz="2000" dirty="0">
                <a:solidFill>
                  <a:srgbClr val="6E7781"/>
                </a:solidFill>
                <a:latin typeface="Calibri" pitchFamily="34" charset="0"/>
                <a:ea typeface="Calibri" pitchFamily="34" charset="-122"/>
                <a:cs typeface="Calibri" pitchFamily="34" charset="-120"/>
              </a:rPr>
              <a:t>Pasa solo, sin que nadie lo dispare.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aplicada a la gestion de la academia</dc:title>
  <dc:subject>PptxGenJS Presentation</dc:subject>
  <dc:creator>Nicolas Taboada</dc:creator>
  <cp:lastModifiedBy>Nicolas Taboada</cp:lastModifiedBy>
  <cp:revision>1</cp:revision>
  <dcterms:created xsi:type="dcterms:W3CDTF">2026-09-27T19:21:38Z</dcterms:created>
  <dcterms:modified xsi:type="dcterms:W3CDTF">2026-09-27T19:21:38Z</dcterms:modified>
</cp:coreProperties>
</file>